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02" r:id="rId3"/>
    <p:sldId id="303" r:id="rId4"/>
    <p:sldId id="306" r:id="rId5"/>
    <p:sldId id="304" r:id="rId6"/>
    <p:sldId id="305" r:id="rId7"/>
    <p:sldId id="312" r:id="rId8"/>
    <p:sldId id="313" r:id="rId9"/>
    <p:sldId id="323" r:id="rId10"/>
    <p:sldId id="314" r:id="rId11"/>
    <p:sldId id="316" r:id="rId12"/>
    <p:sldId id="308" r:id="rId13"/>
    <p:sldId id="307" r:id="rId14"/>
    <p:sldId id="309" r:id="rId15"/>
    <p:sldId id="318" r:id="rId16"/>
    <p:sldId id="317" r:id="rId17"/>
    <p:sldId id="324" r:id="rId18"/>
    <p:sldId id="320" r:id="rId19"/>
    <p:sldId id="319" r:id="rId20"/>
    <p:sldId id="322" r:id="rId21"/>
    <p:sldId id="32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AC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87260E-0970-413F-80C2-6A1519EC603E}" v="580" dt="2025-05-09T09:50:46.9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9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son, Matthew (Postgraduate Researcher)" userId="dae5e2f2-c972-49ef-af9f-5e652c16689d" providerId="ADAL" clId="{0687260E-0970-413F-80C2-6A1519EC603E}"/>
    <pc:docChg chg="undo redo custSel addSld delSld modSld sldOrd">
      <pc:chgData name="Davison, Matthew (Postgraduate Researcher)" userId="dae5e2f2-c972-49ef-af9f-5e652c16689d" providerId="ADAL" clId="{0687260E-0970-413F-80C2-6A1519EC603E}" dt="2025-05-09T09:50:51.679" v="8561" actId="1076"/>
      <pc:docMkLst>
        <pc:docMk/>
      </pc:docMkLst>
      <pc:sldChg chg="addSp modSp mod">
        <pc:chgData name="Davison, Matthew (Postgraduate Researcher)" userId="dae5e2f2-c972-49ef-af9f-5e652c16689d" providerId="ADAL" clId="{0687260E-0970-413F-80C2-6A1519EC603E}" dt="2025-04-28T14:05:08.989" v="132" actId="207"/>
        <pc:sldMkLst>
          <pc:docMk/>
          <pc:sldMk cId="3199457805" sldId="256"/>
        </pc:sldMkLst>
        <pc:spChg chg="mod">
          <ac:chgData name="Davison, Matthew (Postgraduate Researcher)" userId="dae5e2f2-c972-49ef-af9f-5e652c16689d" providerId="ADAL" clId="{0687260E-0970-413F-80C2-6A1519EC603E}" dt="2025-04-28T14:05:04.564" v="131" actId="207"/>
          <ac:spMkLst>
            <pc:docMk/>
            <pc:sldMk cId="3199457805" sldId="256"/>
            <ac:spMk id="2" creationId="{64DDAB9E-C50D-D748-5DAB-116D456DD688}"/>
          </ac:spMkLst>
        </pc:spChg>
        <pc:spChg chg="mod">
          <ac:chgData name="Davison, Matthew (Postgraduate Researcher)" userId="dae5e2f2-c972-49ef-af9f-5e652c16689d" providerId="ADAL" clId="{0687260E-0970-413F-80C2-6A1519EC603E}" dt="2025-04-28T14:05:08.989" v="132" actId="207"/>
          <ac:spMkLst>
            <pc:docMk/>
            <pc:sldMk cId="3199457805" sldId="256"/>
            <ac:spMk id="3" creationId="{258A7059-394F-8237-8DFF-7CF3896CD9CA}"/>
          </ac:spMkLst>
        </pc:spChg>
        <pc:spChg chg="add mod ord">
          <ac:chgData name="Davison, Matthew (Postgraduate Researcher)" userId="dae5e2f2-c972-49ef-af9f-5e652c16689d" providerId="ADAL" clId="{0687260E-0970-413F-80C2-6A1519EC603E}" dt="2025-04-28T14:04:56.602" v="130" actId="167"/>
          <ac:spMkLst>
            <pc:docMk/>
            <pc:sldMk cId="3199457805" sldId="256"/>
            <ac:spMk id="4" creationId="{6DD590E0-57DE-F55B-64D5-00F4D07E0381}"/>
          </ac:spMkLst>
        </pc:spChg>
      </pc:sldChg>
      <pc:sldChg chg="del">
        <pc:chgData name="Davison, Matthew (Postgraduate Researcher)" userId="dae5e2f2-c972-49ef-af9f-5e652c16689d" providerId="ADAL" clId="{0687260E-0970-413F-80C2-6A1519EC603E}" dt="2025-04-27T15:30:17.671" v="0" actId="47"/>
        <pc:sldMkLst>
          <pc:docMk/>
          <pc:sldMk cId="1013349908" sldId="257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3515908418" sldId="258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380834118" sldId="259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3390131380" sldId="260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776619039" sldId="265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1437526828" sldId="271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1947383623" sldId="272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1078116841" sldId="273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1471594086" sldId="274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3329971604" sldId="275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1004681573" sldId="276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2236570014" sldId="278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1863939010" sldId="279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3132051033" sldId="280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2835354939" sldId="281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3848326496" sldId="283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3344741948" sldId="284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1212521877" sldId="285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3183974445" sldId="286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1848933033" sldId="287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2756285551" sldId="288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2850456619" sldId="289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208781086" sldId="290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759456576" sldId="291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272879121" sldId="292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183731182" sldId="297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30364192" sldId="298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235842145" sldId="299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1912306785" sldId="300"/>
        </pc:sldMkLst>
      </pc:sldChg>
      <pc:sldChg chg="del">
        <pc:chgData name="Davison, Matthew (Postgraduate Researcher)" userId="dae5e2f2-c972-49ef-af9f-5e652c16689d" providerId="ADAL" clId="{0687260E-0970-413F-80C2-6A1519EC603E}" dt="2025-04-27T15:30:23.588" v="1" actId="47"/>
        <pc:sldMkLst>
          <pc:docMk/>
          <pc:sldMk cId="2184520465" sldId="301"/>
        </pc:sldMkLst>
      </pc:sldChg>
      <pc:sldChg chg="addSp delSp modSp mod">
        <pc:chgData name="Davison, Matthew (Postgraduate Researcher)" userId="dae5e2f2-c972-49ef-af9f-5e652c16689d" providerId="ADAL" clId="{0687260E-0970-413F-80C2-6A1519EC603E}" dt="2025-04-28T14:46:16.678" v="395" actId="166"/>
        <pc:sldMkLst>
          <pc:docMk/>
          <pc:sldMk cId="2650930582" sldId="302"/>
        </pc:sldMkLst>
        <pc:spChg chg="mod">
          <ac:chgData name="Davison, Matthew (Postgraduate Researcher)" userId="dae5e2f2-c972-49ef-af9f-5e652c16689d" providerId="ADAL" clId="{0687260E-0970-413F-80C2-6A1519EC603E}" dt="2025-04-28T14:06:36.043" v="143" actId="1076"/>
          <ac:spMkLst>
            <pc:docMk/>
            <pc:sldMk cId="2650930582" sldId="302"/>
            <ac:spMk id="2" creationId="{A124D9C7-8FB2-F4B4-D397-DE4604D34600}"/>
          </ac:spMkLst>
        </pc:spChg>
        <pc:spChg chg="add mod ord">
          <ac:chgData name="Davison, Matthew (Postgraduate Researcher)" userId="dae5e2f2-c972-49ef-af9f-5e652c16689d" providerId="ADAL" clId="{0687260E-0970-413F-80C2-6A1519EC603E}" dt="2025-04-28T14:06:36.043" v="143" actId="1076"/>
          <ac:spMkLst>
            <pc:docMk/>
            <pc:sldMk cId="2650930582" sldId="302"/>
            <ac:spMk id="4" creationId="{0AD46192-FCFD-F313-5D81-5479A381B161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4:36:49.696" v="306" actId="1076"/>
          <ac:spMkLst>
            <pc:docMk/>
            <pc:sldMk cId="2650930582" sldId="302"/>
            <ac:spMk id="18" creationId="{D2BC4E50-E0FF-86FA-D2E5-E6DE81F4B750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4:37:14.277" v="328" actId="20577"/>
          <ac:spMkLst>
            <pc:docMk/>
            <pc:sldMk cId="2650930582" sldId="302"/>
            <ac:spMk id="19" creationId="{99A0B13B-E407-5C4E-258C-C16106341EB2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4:37:19.476" v="340" actId="20577"/>
          <ac:spMkLst>
            <pc:docMk/>
            <pc:sldMk cId="2650930582" sldId="302"/>
            <ac:spMk id="20" creationId="{6FAAED55-4382-96FE-E434-B32CA663DA1C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4:37:30.150" v="350" actId="20577"/>
          <ac:spMkLst>
            <pc:docMk/>
            <pc:sldMk cId="2650930582" sldId="302"/>
            <ac:spMk id="21" creationId="{246B23B0-1BFA-7495-4740-C775257D770C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4:37:40.416" v="359" actId="20577"/>
          <ac:spMkLst>
            <pc:docMk/>
            <pc:sldMk cId="2650930582" sldId="302"/>
            <ac:spMk id="22" creationId="{6292AEB7-9F1E-652A-6D63-F35E6D3711D0}"/>
          </ac:spMkLst>
        </pc:spChg>
        <pc:grpChg chg="add mod">
          <ac:chgData name="Davison, Matthew (Postgraduate Researcher)" userId="dae5e2f2-c972-49ef-af9f-5e652c16689d" providerId="ADAL" clId="{0687260E-0970-413F-80C2-6A1519EC603E}" dt="2025-04-28T14:46:16.678" v="395" actId="166"/>
          <ac:grpSpMkLst>
            <pc:docMk/>
            <pc:sldMk cId="2650930582" sldId="302"/>
            <ac:grpSpMk id="17" creationId="{7FCEF1BB-74A7-35E1-C7AF-9BD3E6DC2514}"/>
          </ac:grpSpMkLst>
        </pc:grpChg>
        <pc:picChg chg="add mod">
          <ac:chgData name="Davison, Matthew (Postgraduate Researcher)" userId="dae5e2f2-c972-49ef-af9f-5e652c16689d" providerId="ADAL" clId="{0687260E-0970-413F-80C2-6A1519EC603E}" dt="2025-04-28T14:46:08.505" v="392" actId="1076"/>
          <ac:picMkLst>
            <pc:docMk/>
            <pc:sldMk cId="2650930582" sldId="302"/>
            <ac:picMk id="13" creationId="{1CCA8A72-C51A-5EC7-88B4-D76C024E768C}"/>
          </ac:picMkLst>
        </pc:picChg>
        <pc:picChg chg="add mod">
          <ac:chgData name="Davison, Matthew (Postgraduate Researcher)" userId="dae5e2f2-c972-49ef-af9f-5e652c16689d" providerId="ADAL" clId="{0687260E-0970-413F-80C2-6A1519EC603E}" dt="2025-04-28T14:46:08.505" v="392" actId="1076"/>
          <ac:picMkLst>
            <pc:docMk/>
            <pc:sldMk cId="2650930582" sldId="302"/>
            <ac:picMk id="14" creationId="{E1DFE951-CB5A-85B1-D3BB-A2BE67984C07}"/>
          </ac:picMkLst>
        </pc:picChg>
        <pc:picChg chg="add mod">
          <ac:chgData name="Davison, Matthew (Postgraduate Researcher)" userId="dae5e2f2-c972-49ef-af9f-5e652c16689d" providerId="ADAL" clId="{0687260E-0970-413F-80C2-6A1519EC603E}" dt="2025-04-28T14:46:08.505" v="392" actId="1076"/>
          <ac:picMkLst>
            <pc:docMk/>
            <pc:sldMk cId="2650930582" sldId="302"/>
            <ac:picMk id="15" creationId="{8A62D5CA-A4D8-3D2D-89E8-0337B6D3EFC8}"/>
          </ac:picMkLst>
        </pc:picChg>
        <pc:picChg chg="add mod">
          <ac:chgData name="Davison, Matthew (Postgraduate Researcher)" userId="dae5e2f2-c972-49ef-af9f-5e652c16689d" providerId="ADAL" clId="{0687260E-0970-413F-80C2-6A1519EC603E}" dt="2025-04-28T14:46:08.505" v="392" actId="1076"/>
          <ac:picMkLst>
            <pc:docMk/>
            <pc:sldMk cId="2650930582" sldId="302"/>
            <ac:picMk id="16" creationId="{F1E21C26-DA2E-C586-BCD8-35EB8A3E20E7}"/>
          </ac:picMkLst>
        </pc:picChg>
        <pc:picChg chg="add mod">
          <ac:chgData name="Davison, Matthew (Postgraduate Researcher)" userId="dae5e2f2-c972-49ef-af9f-5e652c16689d" providerId="ADAL" clId="{0687260E-0970-413F-80C2-6A1519EC603E}" dt="2025-04-28T14:42:29.349" v="386" actId="14100"/>
          <ac:picMkLst>
            <pc:docMk/>
            <pc:sldMk cId="2650930582" sldId="302"/>
            <ac:picMk id="1026" creationId="{2F89E25C-9D5C-11DC-7C09-AF2089DD5B9E}"/>
          </ac:picMkLst>
        </pc:picChg>
        <pc:picChg chg="add mod">
          <ac:chgData name="Davison, Matthew (Postgraduate Researcher)" userId="dae5e2f2-c972-49ef-af9f-5e652c16689d" providerId="ADAL" clId="{0687260E-0970-413F-80C2-6A1519EC603E}" dt="2025-04-28T14:45:51.178" v="388" actId="14100"/>
          <ac:picMkLst>
            <pc:docMk/>
            <pc:sldMk cId="2650930582" sldId="302"/>
            <ac:picMk id="1028" creationId="{B6524CBD-6A62-236E-3767-B832931B053E}"/>
          </ac:picMkLst>
        </pc:picChg>
        <pc:picChg chg="add mod">
          <ac:chgData name="Davison, Matthew (Postgraduate Researcher)" userId="dae5e2f2-c972-49ef-af9f-5e652c16689d" providerId="ADAL" clId="{0687260E-0970-413F-80C2-6A1519EC603E}" dt="2025-04-28T14:42:04.558" v="380" actId="14100"/>
          <ac:picMkLst>
            <pc:docMk/>
            <pc:sldMk cId="2650930582" sldId="302"/>
            <ac:picMk id="1030" creationId="{0DBC6E5F-36A2-5428-B134-DE2120D41A33}"/>
          </ac:picMkLst>
        </pc:picChg>
        <pc:picChg chg="add mod">
          <ac:chgData name="Davison, Matthew (Postgraduate Researcher)" userId="dae5e2f2-c972-49ef-af9f-5e652c16689d" providerId="ADAL" clId="{0687260E-0970-413F-80C2-6A1519EC603E}" dt="2025-04-28T14:46:13.791" v="394" actId="1076"/>
          <ac:picMkLst>
            <pc:docMk/>
            <pc:sldMk cId="2650930582" sldId="302"/>
            <ac:picMk id="1034" creationId="{D082B185-5698-25AB-2CD6-66E08B289606}"/>
          </ac:picMkLst>
        </pc:picChg>
        <pc:picChg chg="add mod">
          <ac:chgData name="Davison, Matthew (Postgraduate Researcher)" userId="dae5e2f2-c972-49ef-af9f-5e652c16689d" providerId="ADAL" clId="{0687260E-0970-413F-80C2-6A1519EC603E}" dt="2025-04-28T14:46:08.505" v="392" actId="1076"/>
          <ac:picMkLst>
            <pc:docMk/>
            <pc:sldMk cId="2650930582" sldId="302"/>
            <ac:picMk id="1038" creationId="{B7B96394-7CB9-C847-4293-0F8F8BEE6193}"/>
          </ac:picMkLst>
        </pc:picChg>
        <pc:picChg chg="add mod">
          <ac:chgData name="Davison, Matthew (Postgraduate Researcher)" userId="dae5e2f2-c972-49ef-af9f-5e652c16689d" providerId="ADAL" clId="{0687260E-0970-413F-80C2-6A1519EC603E}" dt="2025-04-28T14:41:34.876" v="373" actId="732"/>
          <ac:picMkLst>
            <pc:docMk/>
            <pc:sldMk cId="2650930582" sldId="302"/>
            <ac:picMk id="1040" creationId="{F81D1EC9-7077-3600-B282-FD9F104BB472}"/>
          </ac:picMkLst>
        </pc:picChg>
      </pc:sldChg>
      <pc:sldChg chg="addSp modSp mod">
        <pc:chgData name="Davison, Matthew (Postgraduate Researcher)" userId="dae5e2f2-c972-49ef-af9f-5e652c16689d" providerId="ADAL" clId="{0687260E-0970-413F-80C2-6A1519EC603E}" dt="2025-04-28T17:42:55.465" v="2735" actId="12"/>
        <pc:sldMkLst>
          <pc:docMk/>
          <pc:sldMk cId="1077584733" sldId="303"/>
        </pc:sldMkLst>
        <pc:spChg chg="mod">
          <ac:chgData name="Davison, Matthew (Postgraduate Researcher)" userId="dae5e2f2-c972-49ef-af9f-5e652c16689d" providerId="ADAL" clId="{0687260E-0970-413F-80C2-6A1519EC603E}" dt="2025-04-28T14:07:59.427" v="171" actId="1076"/>
          <ac:spMkLst>
            <pc:docMk/>
            <pc:sldMk cId="1077584733" sldId="303"/>
            <ac:spMk id="2" creationId="{BD831961-D7A5-C03A-587A-A581A12C37ED}"/>
          </ac:spMkLst>
        </pc:spChg>
        <pc:spChg chg="add mod ord">
          <ac:chgData name="Davison, Matthew (Postgraduate Researcher)" userId="dae5e2f2-c972-49ef-af9f-5e652c16689d" providerId="ADAL" clId="{0687260E-0970-413F-80C2-6A1519EC603E}" dt="2025-04-28T14:07:59.427" v="171" actId="1076"/>
          <ac:spMkLst>
            <pc:docMk/>
            <pc:sldMk cId="1077584733" sldId="303"/>
            <ac:spMk id="3" creationId="{72A1C416-5192-A8D6-0384-310C93C7912E}"/>
          </ac:spMkLst>
        </pc:spChg>
        <pc:spChg chg="mod">
          <ac:chgData name="Davison, Matthew (Postgraduate Researcher)" userId="dae5e2f2-c972-49ef-af9f-5e652c16689d" providerId="ADAL" clId="{0687260E-0970-413F-80C2-6A1519EC603E}" dt="2025-04-28T17:42:55.465" v="2735" actId="12"/>
          <ac:spMkLst>
            <pc:docMk/>
            <pc:sldMk cId="1077584733" sldId="303"/>
            <ac:spMk id="7" creationId="{969BFC1D-9C2E-C5B1-E75B-2E5ECFF1960D}"/>
          </ac:spMkLst>
        </pc:spChg>
      </pc:sldChg>
      <pc:sldChg chg="addSp delSp modSp mod modAnim">
        <pc:chgData name="Davison, Matthew (Postgraduate Researcher)" userId="dae5e2f2-c972-49ef-af9f-5e652c16689d" providerId="ADAL" clId="{0687260E-0970-413F-80C2-6A1519EC603E}" dt="2025-05-08T15:31:55.416" v="7241" actId="20577"/>
        <pc:sldMkLst>
          <pc:docMk/>
          <pc:sldMk cId="731028992" sldId="304"/>
        </pc:sldMkLst>
        <pc:spChg chg="mod">
          <ac:chgData name="Davison, Matthew (Postgraduate Researcher)" userId="dae5e2f2-c972-49ef-af9f-5e652c16689d" providerId="ADAL" clId="{0687260E-0970-413F-80C2-6A1519EC603E}" dt="2025-04-28T15:48:48.409" v="1832" actId="1076"/>
          <ac:spMkLst>
            <pc:docMk/>
            <pc:sldMk cId="731028992" sldId="304"/>
            <ac:spMk id="2" creationId="{4E530441-4839-F03B-16C2-A077968F5C3F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7:40:55.988" v="2616" actId="20577"/>
          <ac:spMkLst>
            <pc:docMk/>
            <pc:sldMk cId="731028992" sldId="304"/>
            <ac:spMk id="3" creationId="{3688C55F-3AF8-AF92-B203-7D25C4FCB490}"/>
          </ac:spMkLst>
        </pc:spChg>
        <pc:spChg chg="add mod ord">
          <ac:chgData name="Davison, Matthew (Postgraduate Researcher)" userId="dae5e2f2-c972-49ef-af9f-5e652c16689d" providerId="ADAL" clId="{0687260E-0970-413F-80C2-6A1519EC603E}" dt="2025-04-28T15:48:48.409" v="1832" actId="1076"/>
          <ac:spMkLst>
            <pc:docMk/>
            <pc:sldMk cId="731028992" sldId="304"/>
            <ac:spMk id="4" creationId="{1C68504C-C70B-52E3-3FD5-295C49479044}"/>
          </ac:spMkLst>
        </pc:spChg>
        <pc:spChg chg="add mod topLvl">
          <ac:chgData name="Davison, Matthew (Postgraduate Researcher)" userId="dae5e2f2-c972-49ef-af9f-5e652c16689d" providerId="ADAL" clId="{0687260E-0970-413F-80C2-6A1519EC603E}" dt="2025-04-28T17:47:19.100" v="2743" actId="20577"/>
          <ac:spMkLst>
            <pc:docMk/>
            <pc:sldMk cId="731028992" sldId="304"/>
            <ac:spMk id="5" creationId="{22AAE332-AB41-7F27-BE26-D7135BB75977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5:22:02.923" v="1051" actId="164"/>
          <ac:spMkLst>
            <pc:docMk/>
            <pc:sldMk cId="731028992" sldId="304"/>
            <ac:spMk id="7" creationId="{F2A7BFC7-AE10-1540-822F-0D2A0D772CE4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5:50:03.795" v="1837" actId="165"/>
          <ac:spMkLst>
            <pc:docMk/>
            <pc:sldMk cId="731028992" sldId="304"/>
            <ac:spMk id="9" creationId="{5FBB9019-3B94-4E3E-2860-33A4E365C993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5:50:03.795" v="1837" actId="165"/>
          <ac:spMkLst>
            <pc:docMk/>
            <pc:sldMk cId="731028992" sldId="304"/>
            <ac:spMk id="10" creationId="{F8939F90-56F5-5CF4-20AE-320AF1EF9A65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5:50:03.795" v="1837" actId="165"/>
          <ac:spMkLst>
            <pc:docMk/>
            <pc:sldMk cId="731028992" sldId="304"/>
            <ac:spMk id="14" creationId="{1FA36330-3D6A-6A12-1773-C1528EAC62B9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5:50:03.795" v="1837" actId="165"/>
          <ac:spMkLst>
            <pc:docMk/>
            <pc:sldMk cId="731028992" sldId="304"/>
            <ac:spMk id="16" creationId="{50E085E7-9463-E066-6D48-EAE015928FA0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5:22:02.923" v="1051" actId="164"/>
          <ac:spMkLst>
            <pc:docMk/>
            <pc:sldMk cId="731028992" sldId="304"/>
            <ac:spMk id="17" creationId="{F04A7382-3CC3-3F6C-17E7-4C576A585C79}"/>
          </ac:spMkLst>
        </pc:spChg>
        <pc:spChg chg="add mod">
          <ac:chgData name="Davison, Matthew (Postgraduate Researcher)" userId="dae5e2f2-c972-49ef-af9f-5e652c16689d" providerId="ADAL" clId="{0687260E-0970-413F-80C2-6A1519EC603E}" dt="2025-05-08T15:31:49.649" v="7232" actId="20577"/>
          <ac:spMkLst>
            <pc:docMk/>
            <pc:sldMk cId="731028992" sldId="304"/>
            <ac:spMk id="24" creationId="{06207127-99BA-83C2-95AA-56107F54EAB8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5:48:56.777" v="1833" actId="164"/>
          <ac:spMkLst>
            <pc:docMk/>
            <pc:sldMk cId="731028992" sldId="304"/>
            <ac:spMk id="26" creationId="{CAF00166-F312-1A52-F747-FD304B2F900C}"/>
          </ac:spMkLst>
        </pc:spChg>
        <pc:spChg chg="mod">
          <ac:chgData name="Davison, Matthew (Postgraduate Researcher)" userId="dae5e2f2-c972-49ef-af9f-5e652c16689d" providerId="ADAL" clId="{0687260E-0970-413F-80C2-6A1519EC603E}" dt="2025-04-28T15:33:18.816" v="1466" actId="1076"/>
          <ac:spMkLst>
            <pc:docMk/>
            <pc:sldMk cId="731028992" sldId="304"/>
            <ac:spMk id="28" creationId="{68DBD56B-D939-658B-4309-4A3035096A07}"/>
          </ac:spMkLst>
        </pc:spChg>
        <pc:spChg chg="mod">
          <ac:chgData name="Davison, Matthew (Postgraduate Researcher)" userId="dae5e2f2-c972-49ef-af9f-5e652c16689d" providerId="ADAL" clId="{0687260E-0970-413F-80C2-6A1519EC603E}" dt="2025-04-28T15:50:03.795" v="1837" actId="165"/>
          <ac:spMkLst>
            <pc:docMk/>
            <pc:sldMk cId="731028992" sldId="304"/>
            <ac:spMk id="29" creationId="{22D7F610-C963-C3D2-2520-DCB437A7D7BD}"/>
          </ac:spMkLst>
        </pc:spChg>
        <pc:spChg chg="mod">
          <ac:chgData name="Davison, Matthew (Postgraduate Researcher)" userId="dae5e2f2-c972-49ef-af9f-5e652c16689d" providerId="ADAL" clId="{0687260E-0970-413F-80C2-6A1519EC603E}" dt="2025-05-08T15:31:55.416" v="7241" actId="20577"/>
          <ac:spMkLst>
            <pc:docMk/>
            <pc:sldMk cId="731028992" sldId="304"/>
            <ac:spMk id="30" creationId="{437E363B-C83F-D168-9365-E361B0EDCD90}"/>
          </ac:spMkLst>
        </pc:spChg>
        <pc:spChg chg="add mod topLvl">
          <ac:chgData name="Davison, Matthew (Postgraduate Researcher)" userId="dae5e2f2-c972-49ef-af9f-5e652c16689d" providerId="ADAL" clId="{0687260E-0970-413F-80C2-6A1519EC603E}" dt="2025-04-28T15:50:03.795" v="1837" actId="165"/>
          <ac:spMkLst>
            <pc:docMk/>
            <pc:sldMk cId="731028992" sldId="304"/>
            <ac:spMk id="36" creationId="{5A4CACBF-2786-AFFD-DEEF-9E496B23F88B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5:48:56.777" v="1833" actId="164"/>
          <ac:spMkLst>
            <pc:docMk/>
            <pc:sldMk cId="731028992" sldId="304"/>
            <ac:spMk id="52" creationId="{2E318756-D741-A402-C9CB-BD93778D0127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5:48:56.777" v="1833" actId="164"/>
          <ac:spMkLst>
            <pc:docMk/>
            <pc:sldMk cId="731028992" sldId="304"/>
            <ac:spMk id="58" creationId="{EE03DEC8-E42E-9096-65B0-75106C710589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5:48:56.777" v="1833" actId="164"/>
          <ac:spMkLst>
            <pc:docMk/>
            <pc:sldMk cId="731028992" sldId="304"/>
            <ac:spMk id="59" creationId="{1B6FCC06-7AE8-928F-2490-CBCEE335D126}"/>
          </ac:spMkLst>
        </pc:spChg>
        <pc:spChg chg="mod topLvl">
          <ac:chgData name="Davison, Matthew (Postgraduate Researcher)" userId="dae5e2f2-c972-49ef-af9f-5e652c16689d" providerId="ADAL" clId="{0687260E-0970-413F-80C2-6A1519EC603E}" dt="2025-04-28T15:48:56.777" v="1833" actId="164"/>
          <ac:spMkLst>
            <pc:docMk/>
            <pc:sldMk cId="731028992" sldId="304"/>
            <ac:spMk id="61" creationId="{129667C2-5AA2-7FBE-D7A2-BCBB09FFDA98}"/>
          </ac:spMkLst>
        </pc:spChg>
        <pc:spChg chg="mod topLvl">
          <ac:chgData name="Davison, Matthew (Postgraduate Researcher)" userId="dae5e2f2-c972-49ef-af9f-5e652c16689d" providerId="ADAL" clId="{0687260E-0970-413F-80C2-6A1519EC603E}" dt="2025-04-28T15:47:56.536" v="1824" actId="1076"/>
          <ac:spMkLst>
            <pc:docMk/>
            <pc:sldMk cId="731028992" sldId="304"/>
            <ac:spMk id="63" creationId="{F213425E-010F-8124-BE8B-5C684D8A7294}"/>
          </ac:spMkLst>
        </pc:spChg>
        <pc:spChg chg="mod topLvl">
          <ac:chgData name="Davison, Matthew (Postgraduate Researcher)" userId="dae5e2f2-c972-49ef-af9f-5e652c16689d" providerId="ADAL" clId="{0687260E-0970-413F-80C2-6A1519EC603E}" dt="2025-04-28T15:47:44.833" v="1821" actId="164"/>
          <ac:spMkLst>
            <pc:docMk/>
            <pc:sldMk cId="731028992" sldId="304"/>
            <ac:spMk id="65" creationId="{145C77A7-DD16-31B2-21B1-25F29E61A544}"/>
          </ac:spMkLst>
        </pc:spChg>
        <pc:spChg chg="mod topLvl">
          <ac:chgData name="Davison, Matthew (Postgraduate Researcher)" userId="dae5e2f2-c972-49ef-af9f-5e652c16689d" providerId="ADAL" clId="{0687260E-0970-413F-80C2-6A1519EC603E}" dt="2025-04-28T15:47:44.833" v="1821" actId="164"/>
          <ac:spMkLst>
            <pc:docMk/>
            <pc:sldMk cId="731028992" sldId="304"/>
            <ac:spMk id="68" creationId="{31BBAD6D-8138-3CBD-70EF-CD8A476F90C8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5:47:44.833" v="1821" actId="164"/>
          <ac:spMkLst>
            <pc:docMk/>
            <pc:sldMk cId="731028992" sldId="304"/>
            <ac:spMk id="75" creationId="{AED043C2-9428-801D-5C12-89285B09BC15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5:47:44.833" v="1821" actId="164"/>
          <ac:spMkLst>
            <pc:docMk/>
            <pc:sldMk cId="731028992" sldId="304"/>
            <ac:spMk id="77" creationId="{F6D8F59F-FA9F-F50B-DBEC-1E7D4C55B77C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5:50:03.795" v="1837" actId="165"/>
          <ac:spMkLst>
            <pc:docMk/>
            <pc:sldMk cId="731028992" sldId="304"/>
            <ac:spMk id="84" creationId="{2A6D2011-FE46-D59E-855B-D2A5D6A63EF6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5:50:03.795" v="1837" actId="165"/>
          <ac:spMkLst>
            <pc:docMk/>
            <pc:sldMk cId="731028992" sldId="304"/>
            <ac:spMk id="85" creationId="{4086C809-8076-1799-0AF8-A1AAF79D1903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5:50:03.795" v="1837" actId="165"/>
          <ac:spMkLst>
            <pc:docMk/>
            <pc:sldMk cId="731028992" sldId="304"/>
            <ac:spMk id="87" creationId="{87E42E39-49DE-B014-8393-FFBD6E3F18EB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5:47:44.833" v="1821" actId="164"/>
          <ac:spMkLst>
            <pc:docMk/>
            <pc:sldMk cId="731028992" sldId="304"/>
            <ac:spMk id="88" creationId="{C5DB387B-2F07-C7D7-992C-E3D301E4F4F1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5:50:37.424" v="1874" actId="1076"/>
          <ac:spMkLst>
            <pc:docMk/>
            <pc:sldMk cId="731028992" sldId="304"/>
            <ac:spMk id="93" creationId="{4656FA31-71E5-8494-14F4-889B352C2C63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5:51:31.655" v="1897" actId="1076"/>
          <ac:spMkLst>
            <pc:docMk/>
            <pc:sldMk cId="731028992" sldId="304"/>
            <ac:spMk id="94" creationId="{898D009C-230F-8740-721C-99B7245FB5A2}"/>
          </ac:spMkLst>
        </pc:spChg>
        <pc:spChg chg="add mod">
          <ac:chgData name="Davison, Matthew (Postgraduate Researcher)" userId="dae5e2f2-c972-49ef-af9f-5e652c16689d" providerId="ADAL" clId="{0687260E-0970-413F-80C2-6A1519EC603E}" dt="2025-04-28T15:52:16.341" v="1946" actId="207"/>
          <ac:spMkLst>
            <pc:docMk/>
            <pc:sldMk cId="731028992" sldId="304"/>
            <ac:spMk id="95" creationId="{72FB8B03-BF2E-7214-C467-8E6C3E3A495D}"/>
          </ac:spMkLst>
        </pc:spChg>
        <pc:grpChg chg="add mod">
          <ac:chgData name="Davison, Matthew (Postgraduate Researcher)" userId="dae5e2f2-c972-49ef-af9f-5e652c16689d" providerId="ADAL" clId="{0687260E-0970-413F-80C2-6A1519EC603E}" dt="2025-04-28T15:29:59.695" v="1342" actId="1076"/>
          <ac:grpSpMkLst>
            <pc:docMk/>
            <pc:sldMk cId="731028992" sldId="304"/>
            <ac:grpSpMk id="25" creationId="{27A08576-183A-C157-8619-72978DD6126F}"/>
          </ac:grpSpMkLst>
        </pc:grpChg>
        <pc:grpChg chg="add del mod">
          <ac:chgData name="Davison, Matthew (Postgraduate Researcher)" userId="dae5e2f2-c972-49ef-af9f-5e652c16689d" providerId="ADAL" clId="{0687260E-0970-413F-80C2-6A1519EC603E}" dt="2025-04-28T15:48:56.777" v="1833" actId="164"/>
          <ac:grpSpMkLst>
            <pc:docMk/>
            <pc:sldMk cId="731028992" sldId="304"/>
            <ac:grpSpMk id="27" creationId="{3864C619-B70C-5A1E-A6E9-ED091ACB2FA2}"/>
          </ac:grpSpMkLst>
        </pc:grpChg>
        <pc:grpChg chg="add mod">
          <ac:chgData name="Davison, Matthew (Postgraduate Researcher)" userId="dae5e2f2-c972-49ef-af9f-5e652c16689d" providerId="ADAL" clId="{0687260E-0970-413F-80C2-6A1519EC603E}" dt="2025-04-28T15:48:03.037" v="1825" actId="1076"/>
          <ac:grpSpMkLst>
            <pc:docMk/>
            <pc:sldMk cId="731028992" sldId="304"/>
            <ac:grpSpMk id="89" creationId="{548B93ED-6BE9-00C0-EAAA-41394DB78FB0}"/>
          </ac:grpSpMkLst>
        </pc:grpChg>
        <pc:cxnChg chg="add mod">
          <ac:chgData name="Davison, Matthew (Postgraduate Researcher)" userId="dae5e2f2-c972-49ef-af9f-5e652c16689d" providerId="ADAL" clId="{0687260E-0970-413F-80C2-6A1519EC603E}" dt="2025-04-28T15:22:02.923" v="1051" actId="164"/>
          <ac:cxnSpMkLst>
            <pc:docMk/>
            <pc:sldMk cId="731028992" sldId="304"/>
            <ac:cxnSpMk id="12" creationId="{C75319C2-07A5-0129-103C-0434FF1E1A8C}"/>
          </ac:cxnSpMkLst>
        </pc:cxnChg>
        <pc:cxnChg chg="add mod">
          <ac:chgData name="Davison, Matthew (Postgraduate Researcher)" userId="dae5e2f2-c972-49ef-af9f-5e652c16689d" providerId="ADAL" clId="{0687260E-0970-413F-80C2-6A1519EC603E}" dt="2025-04-28T15:22:02.923" v="1051" actId="164"/>
          <ac:cxnSpMkLst>
            <pc:docMk/>
            <pc:sldMk cId="731028992" sldId="304"/>
            <ac:cxnSpMk id="15" creationId="{40756499-E148-E1A7-4AE0-BD8A4FD8AA39}"/>
          </ac:cxnSpMkLst>
        </pc:cxnChg>
        <pc:cxnChg chg="add mod">
          <ac:chgData name="Davison, Matthew (Postgraduate Researcher)" userId="dae5e2f2-c972-49ef-af9f-5e652c16689d" providerId="ADAL" clId="{0687260E-0970-413F-80C2-6A1519EC603E}" dt="2025-04-28T15:32:26.754" v="1454" actId="1582"/>
          <ac:cxnSpMkLst>
            <pc:docMk/>
            <pc:sldMk cId="731028992" sldId="304"/>
            <ac:cxnSpMk id="38" creationId="{DCAE3E70-3016-889A-7F25-F7377D263C59}"/>
          </ac:cxnSpMkLst>
        </pc:cxnChg>
        <pc:cxnChg chg="add mod">
          <ac:chgData name="Davison, Matthew (Postgraduate Researcher)" userId="dae5e2f2-c972-49ef-af9f-5e652c16689d" providerId="ADAL" clId="{0687260E-0970-413F-80C2-6A1519EC603E}" dt="2025-04-28T15:33:01.602" v="1461" actId="1076"/>
          <ac:cxnSpMkLst>
            <pc:docMk/>
            <pc:sldMk cId="731028992" sldId="304"/>
            <ac:cxnSpMk id="39" creationId="{B4CB37EA-109E-85EE-EA6D-3D13386DBBA3}"/>
          </ac:cxnSpMkLst>
        </pc:cxnChg>
        <pc:cxnChg chg="add mod">
          <ac:chgData name="Davison, Matthew (Postgraduate Researcher)" userId="dae5e2f2-c972-49ef-af9f-5e652c16689d" providerId="ADAL" clId="{0687260E-0970-413F-80C2-6A1519EC603E}" dt="2025-04-28T15:33:15.406" v="1464" actId="1076"/>
          <ac:cxnSpMkLst>
            <pc:docMk/>
            <pc:sldMk cId="731028992" sldId="304"/>
            <ac:cxnSpMk id="40" creationId="{B46C8104-1AB1-2C7E-964F-332D464554E6}"/>
          </ac:cxnSpMkLst>
        </pc:cxnChg>
        <pc:cxnChg chg="add mod">
          <ac:chgData name="Davison, Matthew (Postgraduate Researcher)" userId="dae5e2f2-c972-49ef-af9f-5e652c16689d" providerId="ADAL" clId="{0687260E-0970-413F-80C2-6A1519EC603E}" dt="2025-04-28T15:33:43.629" v="1472" actId="14100"/>
          <ac:cxnSpMkLst>
            <pc:docMk/>
            <pc:sldMk cId="731028992" sldId="304"/>
            <ac:cxnSpMk id="41" creationId="{1B875FFA-6450-E97E-03C4-2BCDB81CC12E}"/>
          </ac:cxnSpMkLst>
        </pc:cxnChg>
        <pc:cxnChg chg="add mod">
          <ac:chgData name="Davison, Matthew (Postgraduate Researcher)" userId="dae5e2f2-c972-49ef-af9f-5e652c16689d" providerId="ADAL" clId="{0687260E-0970-413F-80C2-6A1519EC603E}" dt="2025-04-28T15:33:55.431" v="1474" actId="1076"/>
          <ac:cxnSpMkLst>
            <pc:docMk/>
            <pc:sldMk cId="731028992" sldId="304"/>
            <ac:cxnSpMk id="44" creationId="{69DE5C5A-2E71-88F5-43B4-120D40067836}"/>
          </ac:cxnSpMkLst>
        </pc:cxnChg>
        <pc:cxnChg chg="add mod">
          <ac:chgData name="Davison, Matthew (Postgraduate Researcher)" userId="dae5e2f2-c972-49ef-af9f-5e652c16689d" providerId="ADAL" clId="{0687260E-0970-413F-80C2-6A1519EC603E}" dt="2025-04-28T15:34:15.627" v="1478" actId="1076"/>
          <ac:cxnSpMkLst>
            <pc:docMk/>
            <pc:sldMk cId="731028992" sldId="304"/>
            <ac:cxnSpMk id="45" creationId="{BF244C74-2E56-D7EB-C8FB-DCAEB0911978}"/>
          </ac:cxnSpMkLst>
        </pc:cxnChg>
        <pc:cxnChg chg="add mod">
          <ac:chgData name="Davison, Matthew (Postgraduate Researcher)" userId="dae5e2f2-c972-49ef-af9f-5e652c16689d" providerId="ADAL" clId="{0687260E-0970-413F-80C2-6A1519EC603E}" dt="2025-04-28T15:36:32.315" v="1489" actId="14100"/>
          <ac:cxnSpMkLst>
            <pc:docMk/>
            <pc:sldMk cId="731028992" sldId="304"/>
            <ac:cxnSpMk id="47" creationId="{30F9F8BD-5775-651A-7D11-E9F77E16ADD4}"/>
          </ac:cxnSpMkLst>
        </pc:cxnChg>
        <pc:cxnChg chg="add mod ord">
          <ac:chgData name="Davison, Matthew (Postgraduate Researcher)" userId="dae5e2f2-c972-49ef-af9f-5e652c16689d" providerId="ADAL" clId="{0687260E-0970-413F-80C2-6A1519EC603E}" dt="2025-04-28T15:37:47.600" v="1505" actId="14100"/>
          <ac:cxnSpMkLst>
            <pc:docMk/>
            <pc:sldMk cId="731028992" sldId="304"/>
            <ac:cxnSpMk id="48" creationId="{0A4AC00B-CA10-234B-3347-6EC936EE3CC1}"/>
          </ac:cxnSpMkLst>
        </pc:cxnChg>
        <pc:cxnChg chg="add mod ord">
          <ac:chgData name="Davison, Matthew (Postgraduate Researcher)" userId="dae5e2f2-c972-49ef-af9f-5e652c16689d" providerId="ADAL" clId="{0687260E-0970-413F-80C2-6A1519EC603E}" dt="2025-04-28T15:37:28.972" v="1502" actId="14100"/>
          <ac:cxnSpMkLst>
            <pc:docMk/>
            <pc:sldMk cId="731028992" sldId="304"/>
            <ac:cxnSpMk id="51" creationId="{334251DA-8C89-D4E8-32B7-08C8EBB05FFB}"/>
          </ac:cxnSpMkLst>
        </pc:cxnChg>
        <pc:cxnChg chg="add mod">
          <ac:chgData name="Davison, Matthew (Postgraduate Researcher)" userId="dae5e2f2-c972-49ef-af9f-5e652c16689d" providerId="ADAL" clId="{0687260E-0970-413F-80C2-6A1519EC603E}" dt="2025-04-28T15:37:17.959" v="1498" actId="1076"/>
          <ac:cxnSpMkLst>
            <pc:docMk/>
            <pc:sldMk cId="731028992" sldId="304"/>
            <ac:cxnSpMk id="53" creationId="{C366EB7D-50F6-CB70-2FE5-E1BA3B3F4C82}"/>
          </ac:cxnSpMkLst>
        </pc:cxnChg>
        <pc:cxnChg chg="add mod">
          <ac:chgData name="Davison, Matthew (Postgraduate Researcher)" userId="dae5e2f2-c972-49ef-af9f-5e652c16689d" providerId="ADAL" clId="{0687260E-0970-413F-80C2-6A1519EC603E}" dt="2025-04-28T15:37:26.399" v="1501" actId="14100"/>
          <ac:cxnSpMkLst>
            <pc:docMk/>
            <pc:sldMk cId="731028992" sldId="304"/>
            <ac:cxnSpMk id="54" creationId="{B192EE3F-9219-6566-4775-FCCFA51583A4}"/>
          </ac:cxnSpMkLst>
        </pc:cxnChg>
        <pc:cxnChg chg="mod topLvl">
          <ac:chgData name="Davison, Matthew (Postgraduate Researcher)" userId="dae5e2f2-c972-49ef-af9f-5e652c16689d" providerId="ADAL" clId="{0687260E-0970-413F-80C2-6A1519EC603E}" dt="2025-04-28T15:43:41.878" v="1663" actId="1076"/>
          <ac:cxnSpMkLst>
            <pc:docMk/>
            <pc:sldMk cId="731028992" sldId="304"/>
            <ac:cxnSpMk id="64" creationId="{57EA6B4A-9ED9-97FB-8D7D-0F905E20F7E5}"/>
          </ac:cxnSpMkLst>
        </pc:cxnChg>
        <pc:cxnChg chg="add mod">
          <ac:chgData name="Davison, Matthew (Postgraduate Researcher)" userId="dae5e2f2-c972-49ef-af9f-5e652c16689d" providerId="ADAL" clId="{0687260E-0970-413F-80C2-6A1519EC603E}" dt="2025-04-28T15:45:13.218" v="1688" actId="14100"/>
          <ac:cxnSpMkLst>
            <pc:docMk/>
            <pc:sldMk cId="731028992" sldId="304"/>
            <ac:cxnSpMk id="74" creationId="{923279B0-83EE-1A7E-41A8-95E72517C0F9}"/>
          </ac:cxnSpMkLst>
        </pc:cxnChg>
        <pc:cxnChg chg="add mod">
          <ac:chgData name="Davison, Matthew (Postgraduate Researcher)" userId="dae5e2f2-c972-49ef-af9f-5e652c16689d" providerId="ADAL" clId="{0687260E-0970-413F-80C2-6A1519EC603E}" dt="2025-04-28T15:46:28.576" v="1759" actId="1076"/>
          <ac:cxnSpMkLst>
            <pc:docMk/>
            <pc:sldMk cId="731028992" sldId="304"/>
            <ac:cxnSpMk id="83" creationId="{C39CB19C-BE0A-99F8-2049-21D897FEFB81}"/>
          </ac:cxnSpMkLst>
        </pc:cxnChg>
        <pc:cxnChg chg="add mod">
          <ac:chgData name="Davison, Matthew (Postgraduate Researcher)" userId="dae5e2f2-c972-49ef-af9f-5e652c16689d" providerId="ADAL" clId="{0687260E-0970-413F-80C2-6A1519EC603E}" dt="2025-04-28T15:46:28.576" v="1759" actId="1076"/>
          <ac:cxnSpMkLst>
            <pc:docMk/>
            <pc:sldMk cId="731028992" sldId="304"/>
            <ac:cxnSpMk id="86" creationId="{A5299646-4FDE-A04A-33BD-0BD0E388C8A2}"/>
          </ac:cxnSpMkLst>
        </pc:cxnChg>
        <pc:cxnChg chg="add mod">
          <ac:chgData name="Davison, Matthew (Postgraduate Researcher)" userId="dae5e2f2-c972-49ef-af9f-5e652c16689d" providerId="ADAL" clId="{0687260E-0970-413F-80C2-6A1519EC603E}" dt="2025-04-28T15:48:26.067" v="1829" actId="1076"/>
          <ac:cxnSpMkLst>
            <pc:docMk/>
            <pc:sldMk cId="731028992" sldId="304"/>
            <ac:cxnSpMk id="90" creationId="{60D3F434-DEFA-7A16-3E6F-9C30B2EB337B}"/>
          </ac:cxnSpMkLst>
        </pc:cxnChg>
        <pc:cxnChg chg="add mod">
          <ac:chgData name="Davison, Matthew (Postgraduate Researcher)" userId="dae5e2f2-c972-49ef-af9f-5e652c16689d" providerId="ADAL" clId="{0687260E-0970-413F-80C2-6A1519EC603E}" dt="2025-04-28T15:50:11.949" v="1839" actId="1076"/>
          <ac:cxnSpMkLst>
            <pc:docMk/>
            <pc:sldMk cId="731028992" sldId="304"/>
            <ac:cxnSpMk id="92" creationId="{8D22151C-082E-D6DC-49C4-829438DF3D92}"/>
          </ac:cxnSpMkLst>
        </pc:cxnChg>
        <pc:cxnChg chg="add mod">
          <ac:chgData name="Davison, Matthew (Postgraduate Researcher)" userId="dae5e2f2-c972-49ef-af9f-5e652c16689d" providerId="ADAL" clId="{0687260E-0970-413F-80C2-6A1519EC603E}" dt="2025-04-28T17:48:40.049" v="2744" actId="14100"/>
          <ac:cxnSpMkLst>
            <pc:docMk/>
            <pc:sldMk cId="731028992" sldId="304"/>
            <ac:cxnSpMk id="96" creationId="{F08DB351-98D8-D5A2-8167-38B1BA790E12}"/>
          </ac:cxnSpMkLst>
        </pc:cxnChg>
      </pc:sldChg>
      <pc:sldChg chg="addSp delSp modSp mod">
        <pc:chgData name="Davison, Matthew (Postgraduate Researcher)" userId="dae5e2f2-c972-49ef-af9f-5e652c16689d" providerId="ADAL" clId="{0687260E-0970-413F-80C2-6A1519EC603E}" dt="2025-05-08T15:12:54.011" v="7106" actId="1076"/>
        <pc:sldMkLst>
          <pc:docMk/>
          <pc:sldMk cId="3510987530" sldId="305"/>
        </pc:sldMkLst>
        <pc:spChg chg="mod">
          <ac:chgData name="Davison, Matthew (Postgraduate Researcher)" userId="dae5e2f2-c972-49ef-af9f-5e652c16689d" providerId="ADAL" clId="{0687260E-0970-413F-80C2-6A1519EC603E}" dt="2025-04-28T17:17:49.418" v="2010" actId="20577"/>
          <ac:spMkLst>
            <pc:docMk/>
            <pc:sldMk cId="3510987530" sldId="305"/>
            <ac:spMk id="2" creationId="{AA78C45E-379B-10AB-6EC0-65EBD55D68F1}"/>
          </ac:spMkLst>
        </pc:spChg>
        <pc:spChg chg="add mod ord">
          <ac:chgData name="Davison, Matthew (Postgraduate Researcher)" userId="dae5e2f2-c972-49ef-af9f-5e652c16689d" providerId="ADAL" clId="{0687260E-0970-413F-80C2-6A1519EC603E}" dt="2025-04-28T17:17:25.399" v="1951" actId="1076"/>
          <ac:spMkLst>
            <pc:docMk/>
            <pc:sldMk cId="3510987530" sldId="305"/>
            <ac:spMk id="4" creationId="{7531A08C-8353-F7A1-C1DD-10743685D4FB}"/>
          </ac:spMkLst>
        </pc:spChg>
        <pc:spChg chg="del">
          <ac:chgData name="Davison, Matthew (Postgraduate Researcher)" userId="dae5e2f2-c972-49ef-af9f-5e652c16689d" providerId="ADAL" clId="{0687260E-0970-413F-80C2-6A1519EC603E}" dt="2025-05-08T14:46:28.175" v="7051" actId="478"/>
          <ac:spMkLst>
            <pc:docMk/>
            <pc:sldMk cId="3510987530" sldId="305"/>
            <ac:spMk id="7" creationId="{5021BBE2-A3E4-594C-CF73-0C730D2E7AEA}"/>
          </ac:spMkLst>
        </pc:spChg>
        <pc:picChg chg="add del mod">
          <ac:chgData name="Davison, Matthew (Postgraduate Researcher)" userId="dae5e2f2-c972-49ef-af9f-5e652c16689d" providerId="ADAL" clId="{0687260E-0970-413F-80C2-6A1519EC603E}" dt="2025-05-08T14:47:56.312" v="7068" actId="478"/>
          <ac:picMkLst>
            <pc:docMk/>
            <pc:sldMk cId="3510987530" sldId="305"/>
            <ac:picMk id="5" creationId="{8F8F4F0F-91E0-CFFF-50B7-27CC7553FFAF}"/>
          </ac:picMkLst>
        </pc:picChg>
        <pc:picChg chg="del">
          <ac:chgData name="Davison, Matthew (Postgraduate Researcher)" userId="dae5e2f2-c972-49ef-af9f-5e652c16689d" providerId="ADAL" clId="{0687260E-0970-413F-80C2-6A1519EC603E}" dt="2025-05-08T14:46:29.056" v="7052" actId="478"/>
          <ac:picMkLst>
            <pc:docMk/>
            <pc:sldMk cId="3510987530" sldId="305"/>
            <ac:picMk id="6" creationId="{1B5E5B34-E5D7-D74A-FA7F-5761F96B89CA}"/>
          </ac:picMkLst>
        </pc:picChg>
        <pc:picChg chg="add mod">
          <ac:chgData name="Davison, Matthew (Postgraduate Researcher)" userId="dae5e2f2-c972-49ef-af9f-5e652c16689d" providerId="ADAL" clId="{0687260E-0970-413F-80C2-6A1519EC603E}" dt="2025-05-08T15:12:54.011" v="7106" actId="1076"/>
          <ac:picMkLst>
            <pc:docMk/>
            <pc:sldMk cId="3510987530" sldId="305"/>
            <ac:picMk id="9" creationId="{34FAF6C0-A667-C4C5-05DC-74E2355538F5}"/>
          </ac:picMkLst>
        </pc:picChg>
      </pc:sldChg>
      <pc:sldChg chg="addSp modSp mod">
        <pc:chgData name="Davison, Matthew (Postgraduate Researcher)" userId="dae5e2f2-c972-49ef-af9f-5e652c16689d" providerId="ADAL" clId="{0687260E-0970-413F-80C2-6A1519EC603E}" dt="2025-05-08T16:05:30.466" v="7829" actId="20577"/>
        <pc:sldMkLst>
          <pc:docMk/>
          <pc:sldMk cId="783246477" sldId="306"/>
        </pc:sldMkLst>
        <pc:spChg chg="mod">
          <ac:chgData name="Davison, Matthew (Postgraduate Researcher)" userId="dae5e2f2-c972-49ef-af9f-5e652c16689d" providerId="ADAL" clId="{0687260E-0970-413F-80C2-6A1519EC603E}" dt="2025-04-28T14:08:06.065" v="172" actId="1076"/>
          <ac:spMkLst>
            <pc:docMk/>
            <pc:sldMk cId="783246477" sldId="306"/>
            <ac:spMk id="2" creationId="{C1A5A9B2-7A36-DB7C-F401-312F6B94C1F4}"/>
          </ac:spMkLst>
        </pc:spChg>
        <pc:spChg chg="add mod ord">
          <ac:chgData name="Davison, Matthew (Postgraduate Researcher)" userId="dae5e2f2-c972-49ef-af9f-5e652c16689d" providerId="ADAL" clId="{0687260E-0970-413F-80C2-6A1519EC603E}" dt="2025-04-28T14:08:06.065" v="172" actId="1076"/>
          <ac:spMkLst>
            <pc:docMk/>
            <pc:sldMk cId="783246477" sldId="306"/>
            <ac:spMk id="3" creationId="{A402B63F-A134-95FF-D92C-5F25436B2341}"/>
          </ac:spMkLst>
        </pc:spChg>
        <pc:spChg chg="mod">
          <ac:chgData name="Davison, Matthew (Postgraduate Researcher)" userId="dae5e2f2-c972-49ef-af9f-5e652c16689d" providerId="ADAL" clId="{0687260E-0970-413F-80C2-6A1519EC603E}" dt="2025-05-08T16:05:30.466" v="7829" actId="20577"/>
          <ac:spMkLst>
            <pc:docMk/>
            <pc:sldMk cId="783246477" sldId="306"/>
            <ac:spMk id="7" creationId="{8249EF7C-C6CC-AE53-1FDD-77AA2D22D982}"/>
          </ac:spMkLst>
        </pc:spChg>
      </pc:sldChg>
      <pc:sldChg chg="addSp delSp modSp add mod ord">
        <pc:chgData name="Davison, Matthew (Postgraduate Researcher)" userId="dae5e2f2-c972-49ef-af9f-5e652c16689d" providerId="ADAL" clId="{0687260E-0970-413F-80C2-6A1519EC603E}" dt="2025-05-08T15:13:29.865" v="7113" actId="1076"/>
        <pc:sldMkLst>
          <pc:docMk/>
          <pc:sldMk cId="938772075" sldId="307"/>
        </pc:sldMkLst>
        <pc:spChg chg="mod">
          <ac:chgData name="Davison, Matthew (Postgraduate Researcher)" userId="dae5e2f2-c972-49ef-af9f-5e652c16689d" providerId="ADAL" clId="{0687260E-0970-413F-80C2-6A1519EC603E}" dt="2025-05-03T17:16:32.416" v="4709" actId="20577"/>
          <ac:spMkLst>
            <pc:docMk/>
            <pc:sldMk cId="938772075" sldId="307"/>
            <ac:spMk id="2" creationId="{29F3A8A6-7F3E-DB72-CA97-8E6EBC54BEEF}"/>
          </ac:spMkLst>
        </pc:spChg>
        <pc:spChg chg="add mod ord">
          <ac:chgData name="Davison, Matthew (Postgraduate Researcher)" userId="dae5e2f2-c972-49ef-af9f-5e652c16689d" providerId="ADAL" clId="{0687260E-0970-413F-80C2-6A1519EC603E}" dt="2025-05-03T16:12:11.640" v="2745" actId="1076"/>
          <ac:spMkLst>
            <pc:docMk/>
            <pc:sldMk cId="938772075" sldId="307"/>
            <ac:spMk id="4" creationId="{6EB39A64-AD23-6D64-94F6-550E648F0028}"/>
          </ac:spMkLst>
        </pc:spChg>
        <pc:spChg chg="add del mod">
          <ac:chgData name="Davison, Matthew (Postgraduate Researcher)" userId="dae5e2f2-c972-49ef-af9f-5e652c16689d" providerId="ADAL" clId="{0687260E-0970-413F-80C2-6A1519EC603E}" dt="2025-05-08T15:13:23.632" v="7111" actId="478"/>
          <ac:spMkLst>
            <pc:docMk/>
            <pc:sldMk cId="938772075" sldId="307"/>
            <ac:spMk id="5" creationId="{450292BD-C8DC-D202-E355-8DCF4D31A5F2}"/>
          </ac:spMkLst>
        </pc:spChg>
        <pc:spChg chg="add del mod">
          <ac:chgData name="Davison, Matthew (Postgraduate Researcher)" userId="dae5e2f2-c972-49ef-af9f-5e652c16689d" providerId="ADAL" clId="{0687260E-0970-413F-80C2-6A1519EC603E}" dt="2025-05-08T15:13:23.632" v="7111" actId="478"/>
          <ac:spMkLst>
            <pc:docMk/>
            <pc:sldMk cId="938772075" sldId="307"/>
            <ac:spMk id="6" creationId="{15EFE19B-B1B5-3190-2456-20993E7CE298}"/>
          </ac:spMkLst>
        </pc:spChg>
        <pc:spChg chg="add del mod">
          <ac:chgData name="Davison, Matthew (Postgraduate Researcher)" userId="dae5e2f2-c972-49ef-af9f-5e652c16689d" providerId="ADAL" clId="{0687260E-0970-413F-80C2-6A1519EC603E}" dt="2025-05-08T15:13:23.632" v="7111" actId="478"/>
          <ac:spMkLst>
            <pc:docMk/>
            <pc:sldMk cId="938772075" sldId="307"/>
            <ac:spMk id="7" creationId="{3A88EB86-E70B-4973-A135-857EEC8D731C}"/>
          </ac:spMkLst>
        </pc:spChg>
        <pc:picChg chg="add mod">
          <ac:chgData name="Davison, Matthew (Postgraduate Researcher)" userId="dae5e2f2-c972-49ef-af9f-5e652c16689d" providerId="ADAL" clId="{0687260E-0970-413F-80C2-6A1519EC603E}" dt="2025-05-08T15:13:29.865" v="7113" actId="1076"/>
          <ac:picMkLst>
            <pc:docMk/>
            <pc:sldMk cId="938772075" sldId="307"/>
            <ac:picMk id="8" creationId="{6C4DB44F-B2D5-5B47-2E57-D5F48145D15D}"/>
          </ac:picMkLst>
        </pc:picChg>
      </pc:sldChg>
      <pc:sldChg chg="addSp delSp modSp add mod ord">
        <pc:chgData name="Davison, Matthew (Postgraduate Researcher)" userId="dae5e2f2-c972-49ef-af9f-5e652c16689d" providerId="ADAL" clId="{0687260E-0970-413F-80C2-6A1519EC603E}" dt="2025-05-03T17:31:55.090" v="5412" actId="114"/>
        <pc:sldMkLst>
          <pc:docMk/>
          <pc:sldMk cId="2049276725" sldId="308"/>
        </pc:sldMkLst>
        <pc:spChg chg="mod">
          <ac:chgData name="Davison, Matthew (Postgraduate Researcher)" userId="dae5e2f2-c972-49ef-af9f-5e652c16689d" providerId="ADAL" clId="{0687260E-0970-413F-80C2-6A1519EC603E}" dt="2025-05-03T16:12:19.574" v="2748" actId="1076"/>
          <ac:spMkLst>
            <pc:docMk/>
            <pc:sldMk cId="2049276725" sldId="308"/>
            <ac:spMk id="2" creationId="{9BFA3C31-683D-DFFE-6942-065AB51C5589}"/>
          </ac:spMkLst>
        </pc:spChg>
        <pc:spChg chg="add mod ord">
          <ac:chgData name="Davison, Matthew (Postgraduate Researcher)" userId="dae5e2f2-c972-49ef-af9f-5e652c16689d" providerId="ADAL" clId="{0687260E-0970-413F-80C2-6A1519EC603E}" dt="2025-05-03T16:12:19.574" v="2748" actId="1076"/>
          <ac:spMkLst>
            <pc:docMk/>
            <pc:sldMk cId="2049276725" sldId="308"/>
            <ac:spMk id="4" creationId="{47ABC129-9545-B10F-4855-1151610B3BF7}"/>
          </ac:spMkLst>
        </pc:spChg>
        <pc:spChg chg="add mod">
          <ac:chgData name="Davison, Matthew (Postgraduate Researcher)" userId="dae5e2f2-c972-49ef-af9f-5e652c16689d" providerId="ADAL" clId="{0687260E-0970-413F-80C2-6A1519EC603E}" dt="2025-05-03T17:31:55.090" v="5412" actId="114"/>
          <ac:spMkLst>
            <pc:docMk/>
            <pc:sldMk cId="2049276725" sldId="308"/>
            <ac:spMk id="5" creationId="{76B56601-ED27-86F0-6F40-3833E9362068}"/>
          </ac:spMkLst>
        </pc:spChg>
      </pc:sldChg>
      <pc:sldChg chg="addSp modSp add mod">
        <pc:chgData name="Davison, Matthew (Postgraduate Researcher)" userId="dae5e2f2-c972-49ef-af9f-5e652c16689d" providerId="ADAL" clId="{0687260E-0970-413F-80C2-6A1519EC603E}" dt="2025-05-06T13:10:39.823" v="6653" actId="20577"/>
        <pc:sldMkLst>
          <pc:docMk/>
          <pc:sldMk cId="2973872112" sldId="309"/>
        </pc:sldMkLst>
        <pc:spChg chg="mod">
          <ac:chgData name="Davison, Matthew (Postgraduate Researcher)" userId="dae5e2f2-c972-49ef-af9f-5e652c16689d" providerId="ADAL" clId="{0687260E-0970-413F-80C2-6A1519EC603E}" dt="2025-05-03T17:39:12.525" v="5474" actId="20577"/>
          <ac:spMkLst>
            <pc:docMk/>
            <pc:sldMk cId="2973872112" sldId="309"/>
            <ac:spMk id="2" creationId="{5CF0E0FB-C77A-0200-C6C0-B528F7488A88}"/>
          </ac:spMkLst>
        </pc:spChg>
        <pc:spChg chg="mod">
          <ac:chgData name="Davison, Matthew (Postgraduate Researcher)" userId="dae5e2f2-c972-49ef-af9f-5e652c16689d" providerId="ADAL" clId="{0687260E-0970-413F-80C2-6A1519EC603E}" dt="2025-05-06T13:10:39.823" v="6653" actId="20577"/>
          <ac:spMkLst>
            <pc:docMk/>
            <pc:sldMk cId="2973872112" sldId="309"/>
            <ac:spMk id="3" creationId="{C3114F60-6F43-ABCF-3298-4B9224DDB267}"/>
          </ac:spMkLst>
        </pc:spChg>
        <pc:spChg chg="add mod ord">
          <ac:chgData name="Davison, Matthew (Postgraduate Researcher)" userId="dae5e2f2-c972-49ef-af9f-5e652c16689d" providerId="ADAL" clId="{0687260E-0970-413F-80C2-6A1519EC603E}" dt="2025-05-03T16:12:28.871" v="2749" actId="1076"/>
          <ac:spMkLst>
            <pc:docMk/>
            <pc:sldMk cId="2973872112" sldId="309"/>
            <ac:spMk id="4" creationId="{F034CDD0-EC28-7944-AE48-F3195D31D25F}"/>
          </ac:spMkLst>
        </pc:spChg>
      </pc:sldChg>
      <pc:sldChg chg="addSp modSp add del mod">
        <pc:chgData name="Davison, Matthew (Postgraduate Researcher)" userId="dae5e2f2-c972-49ef-af9f-5e652c16689d" providerId="ADAL" clId="{0687260E-0970-413F-80C2-6A1519EC603E}" dt="2025-05-03T17:38:23.912" v="5413" actId="47"/>
        <pc:sldMkLst>
          <pc:docMk/>
          <pc:sldMk cId="3142185668" sldId="310"/>
        </pc:sldMkLst>
      </pc:sldChg>
      <pc:sldChg chg="addSp modSp add del mod">
        <pc:chgData name="Davison, Matthew (Postgraduate Researcher)" userId="dae5e2f2-c972-49ef-af9f-5e652c16689d" providerId="ADAL" clId="{0687260E-0970-413F-80C2-6A1519EC603E}" dt="2025-05-08T15:33:39.141" v="7321" actId="47"/>
        <pc:sldMkLst>
          <pc:docMk/>
          <pc:sldMk cId="3004527887" sldId="311"/>
        </pc:sldMkLst>
      </pc:sldChg>
      <pc:sldChg chg="addSp delSp modSp add mod">
        <pc:chgData name="Davison, Matthew (Postgraduate Researcher)" userId="dae5e2f2-c972-49ef-af9f-5e652c16689d" providerId="ADAL" clId="{0687260E-0970-413F-80C2-6A1519EC603E}" dt="2025-05-08T15:54:36.180" v="7430" actId="20577"/>
        <pc:sldMkLst>
          <pc:docMk/>
          <pc:sldMk cId="885953209" sldId="312"/>
        </pc:sldMkLst>
        <pc:spChg chg="mod">
          <ac:chgData name="Davison, Matthew (Postgraduate Researcher)" userId="dae5e2f2-c972-49ef-af9f-5e652c16689d" providerId="ADAL" clId="{0687260E-0970-413F-80C2-6A1519EC603E}" dt="2025-05-03T16:57:49.423" v="3575" actId="20577"/>
          <ac:spMkLst>
            <pc:docMk/>
            <pc:sldMk cId="885953209" sldId="312"/>
            <ac:spMk id="2" creationId="{79556779-9D15-E496-D740-8C2141914F73}"/>
          </ac:spMkLst>
        </pc:spChg>
        <pc:spChg chg="add mod">
          <ac:chgData name="Davison, Matthew (Postgraduate Researcher)" userId="dae5e2f2-c972-49ef-af9f-5e652c16689d" providerId="ADAL" clId="{0687260E-0970-413F-80C2-6A1519EC603E}" dt="2025-05-08T15:54:36.180" v="7430" actId="20577"/>
          <ac:spMkLst>
            <pc:docMk/>
            <pc:sldMk cId="885953209" sldId="312"/>
            <ac:spMk id="6" creationId="{CC9CD6CE-A22B-FF23-ECF3-118BBED1B016}"/>
          </ac:spMkLst>
        </pc:spChg>
      </pc:sldChg>
      <pc:sldChg chg="addSp delSp modSp add mod">
        <pc:chgData name="Davison, Matthew (Postgraduate Researcher)" userId="dae5e2f2-c972-49ef-af9f-5e652c16689d" providerId="ADAL" clId="{0687260E-0970-413F-80C2-6A1519EC603E}" dt="2025-05-08T15:54:27.492" v="7428" actId="20577"/>
        <pc:sldMkLst>
          <pc:docMk/>
          <pc:sldMk cId="843984822" sldId="313"/>
        </pc:sldMkLst>
        <pc:spChg chg="mod">
          <ac:chgData name="Davison, Matthew (Postgraduate Researcher)" userId="dae5e2f2-c972-49ef-af9f-5e652c16689d" providerId="ADAL" clId="{0687260E-0970-413F-80C2-6A1519EC603E}" dt="2025-05-03T17:00:21.635" v="4017" actId="20577"/>
          <ac:spMkLst>
            <pc:docMk/>
            <pc:sldMk cId="843984822" sldId="313"/>
            <ac:spMk id="2" creationId="{77CB83E2-E4FE-5353-52B7-E694D60720A1}"/>
          </ac:spMkLst>
        </pc:spChg>
        <pc:spChg chg="add del mod">
          <ac:chgData name="Davison, Matthew (Postgraduate Researcher)" userId="dae5e2f2-c972-49ef-af9f-5e652c16689d" providerId="ADAL" clId="{0687260E-0970-413F-80C2-6A1519EC603E}" dt="2025-05-08T15:54:27.492" v="7428" actId="20577"/>
          <ac:spMkLst>
            <pc:docMk/>
            <pc:sldMk cId="843984822" sldId="313"/>
            <ac:spMk id="6" creationId="{4215313E-196C-D987-F32E-59DD06FC3581}"/>
          </ac:spMkLst>
        </pc:spChg>
      </pc:sldChg>
      <pc:sldChg chg="addSp delSp modSp add mod">
        <pc:chgData name="Davison, Matthew (Postgraduate Researcher)" userId="dae5e2f2-c972-49ef-af9f-5e652c16689d" providerId="ADAL" clId="{0687260E-0970-413F-80C2-6A1519EC603E}" dt="2025-05-08T15:13:04.619" v="7108" actId="1076"/>
        <pc:sldMkLst>
          <pc:docMk/>
          <pc:sldMk cId="2457668220" sldId="314"/>
        </pc:sldMkLst>
        <pc:spChg chg="mod">
          <ac:chgData name="Davison, Matthew (Postgraduate Researcher)" userId="dae5e2f2-c972-49ef-af9f-5e652c16689d" providerId="ADAL" clId="{0687260E-0970-413F-80C2-6A1519EC603E}" dt="2025-05-03T17:17:00.192" v="4721" actId="20577"/>
          <ac:spMkLst>
            <pc:docMk/>
            <pc:sldMk cId="2457668220" sldId="314"/>
            <ac:spMk id="2" creationId="{608FF612-FBC2-F3B1-3849-5A0FB983B062}"/>
          </ac:spMkLst>
        </pc:spChg>
        <pc:spChg chg="del mod">
          <ac:chgData name="Davison, Matthew (Postgraduate Researcher)" userId="dae5e2f2-c972-49ef-af9f-5e652c16689d" providerId="ADAL" clId="{0687260E-0970-413F-80C2-6A1519EC603E}" dt="2025-05-08T14:46:58.438" v="7057" actId="478"/>
          <ac:spMkLst>
            <pc:docMk/>
            <pc:sldMk cId="2457668220" sldId="314"/>
            <ac:spMk id="5" creationId="{272A50B0-9C3E-A341-5401-795FB55432E0}"/>
          </ac:spMkLst>
        </pc:spChg>
        <pc:picChg chg="add del mod">
          <ac:chgData name="Davison, Matthew (Postgraduate Researcher)" userId="dae5e2f2-c972-49ef-af9f-5e652c16689d" providerId="ADAL" clId="{0687260E-0970-413F-80C2-6A1519EC603E}" dt="2025-05-08T14:47:58.373" v="7069" actId="478"/>
          <ac:picMkLst>
            <pc:docMk/>
            <pc:sldMk cId="2457668220" sldId="314"/>
            <ac:picMk id="6" creationId="{23B8FD29-9D9B-B821-EA0A-BE2365F70E57}"/>
          </ac:picMkLst>
        </pc:picChg>
        <pc:picChg chg="add del mod">
          <ac:chgData name="Davison, Matthew (Postgraduate Researcher)" userId="dae5e2f2-c972-49ef-af9f-5e652c16689d" providerId="ADAL" clId="{0687260E-0970-413F-80C2-6A1519EC603E}" dt="2025-05-08T15:07:41.480" v="7101" actId="478"/>
          <ac:picMkLst>
            <pc:docMk/>
            <pc:sldMk cId="2457668220" sldId="314"/>
            <ac:picMk id="8" creationId="{05E19B02-1386-F94A-55B7-57078CE3A2EE}"/>
          </ac:picMkLst>
        </pc:picChg>
        <pc:picChg chg="add del mod">
          <ac:chgData name="Davison, Matthew (Postgraduate Researcher)" userId="dae5e2f2-c972-49ef-af9f-5e652c16689d" providerId="ADAL" clId="{0687260E-0970-413F-80C2-6A1519EC603E}" dt="2025-05-08T15:00:41.384" v="7079" actId="478"/>
          <ac:picMkLst>
            <pc:docMk/>
            <pc:sldMk cId="2457668220" sldId="314"/>
            <ac:picMk id="10" creationId="{EE8E2690-F1B4-44BA-E22C-B1873A78D3BC}"/>
          </ac:picMkLst>
        </pc:picChg>
        <pc:picChg chg="add del mod">
          <ac:chgData name="Davison, Matthew (Postgraduate Researcher)" userId="dae5e2f2-c972-49ef-af9f-5e652c16689d" providerId="ADAL" clId="{0687260E-0970-413F-80C2-6A1519EC603E}" dt="2025-05-08T15:12:44.115" v="7104" actId="478"/>
          <ac:picMkLst>
            <pc:docMk/>
            <pc:sldMk cId="2457668220" sldId="314"/>
            <ac:picMk id="12" creationId="{CC040463-3057-EC5B-3467-1E7B7F731135}"/>
          </ac:picMkLst>
        </pc:picChg>
        <pc:picChg chg="add mod">
          <ac:chgData name="Davison, Matthew (Postgraduate Researcher)" userId="dae5e2f2-c972-49ef-af9f-5e652c16689d" providerId="ADAL" clId="{0687260E-0970-413F-80C2-6A1519EC603E}" dt="2025-05-08T15:13:04.619" v="7108" actId="1076"/>
          <ac:picMkLst>
            <pc:docMk/>
            <pc:sldMk cId="2457668220" sldId="314"/>
            <ac:picMk id="14" creationId="{03878C55-FEAE-14E6-F0A1-4F9854F73B26}"/>
          </ac:picMkLst>
        </pc:picChg>
      </pc:sldChg>
      <pc:sldChg chg="add del">
        <pc:chgData name="Davison, Matthew (Postgraduate Researcher)" userId="dae5e2f2-c972-49ef-af9f-5e652c16689d" providerId="ADAL" clId="{0687260E-0970-413F-80C2-6A1519EC603E}" dt="2025-05-03T17:11:44.496" v="4406" actId="47"/>
        <pc:sldMkLst>
          <pc:docMk/>
          <pc:sldMk cId="3442188639" sldId="314"/>
        </pc:sldMkLst>
      </pc:sldChg>
      <pc:sldChg chg="delSp modSp add del mod">
        <pc:chgData name="Davison, Matthew (Postgraduate Researcher)" userId="dae5e2f2-c972-49ef-af9f-5e652c16689d" providerId="ADAL" clId="{0687260E-0970-413F-80C2-6A1519EC603E}" dt="2025-05-03T17:16:48.541" v="4711" actId="47"/>
        <pc:sldMkLst>
          <pc:docMk/>
          <pc:sldMk cId="3530095003" sldId="315"/>
        </pc:sldMkLst>
      </pc:sldChg>
      <pc:sldChg chg="addSp delSp modSp add mod">
        <pc:chgData name="Davison, Matthew (Postgraduate Researcher)" userId="dae5e2f2-c972-49ef-af9f-5e652c16689d" providerId="ADAL" clId="{0687260E-0970-413F-80C2-6A1519EC603E}" dt="2025-05-08T15:13:13.525" v="7110" actId="1076"/>
        <pc:sldMkLst>
          <pc:docMk/>
          <pc:sldMk cId="2864953681" sldId="316"/>
        </pc:sldMkLst>
        <pc:spChg chg="mod">
          <ac:chgData name="Davison, Matthew (Postgraduate Researcher)" userId="dae5e2f2-c972-49ef-af9f-5e652c16689d" providerId="ADAL" clId="{0687260E-0970-413F-80C2-6A1519EC603E}" dt="2025-05-08T15:07:38.369" v="7100" actId="20577"/>
          <ac:spMkLst>
            <pc:docMk/>
            <pc:sldMk cId="2864953681" sldId="316"/>
            <ac:spMk id="2" creationId="{23C81DC1-847E-BE26-E585-8EF0DFF00CB7}"/>
          </ac:spMkLst>
        </pc:spChg>
        <pc:spChg chg="del">
          <ac:chgData name="Davison, Matthew (Postgraduate Researcher)" userId="dae5e2f2-c972-49ef-af9f-5e652c16689d" providerId="ADAL" clId="{0687260E-0970-413F-80C2-6A1519EC603E}" dt="2025-05-08T14:47:10.803" v="7062" actId="478"/>
          <ac:spMkLst>
            <pc:docMk/>
            <pc:sldMk cId="2864953681" sldId="316"/>
            <ac:spMk id="5" creationId="{14CF10E7-93A4-31AD-3034-0E200D3A8EBB}"/>
          </ac:spMkLst>
        </pc:spChg>
        <pc:picChg chg="add del mod">
          <ac:chgData name="Davison, Matthew (Postgraduate Researcher)" userId="dae5e2f2-c972-49ef-af9f-5e652c16689d" providerId="ADAL" clId="{0687260E-0970-413F-80C2-6A1519EC603E}" dt="2025-05-08T14:47:59.524" v="7070" actId="478"/>
          <ac:picMkLst>
            <pc:docMk/>
            <pc:sldMk cId="2864953681" sldId="316"/>
            <ac:picMk id="6" creationId="{A786B0E8-CEDC-CB69-FB90-5C0AE417AAEE}"/>
          </ac:picMkLst>
        </pc:picChg>
        <pc:picChg chg="add del mod">
          <ac:chgData name="Davison, Matthew (Postgraduate Researcher)" userId="dae5e2f2-c972-49ef-af9f-5e652c16689d" providerId="ADAL" clId="{0687260E-0970-413F-80C2-6A1519EC603E}" dt="2025-05-08T15:07:35.292" v="7096" actId="478"/>
          <ac:picMkLst>
            <pc:docMk/>
            <pc:sldMk cId="2864953681" sldId="316"/>
            <ac:picMk id="8" creationId="{A1BD4D9E-6210-3F19-EF43-11F846A40924}"/>
          </ac:picMkLst>
        </pc:picChg>
        <pc:picChg chg="add mod">
          <ac:chgData name="Davison, Matthew (Postgraduate Researcher)" userId="dae5e2f2-c972-49ef-af9f-5e652c16689d" providerId="ADAL" clId="{0687260E-0970-413F-80C2-6A1519EC603E}" dt="2025-05-08T15:13:13.525" v="7110" actId="1076"/>
          <ac:picMkLst>
            <pc:docMk/>
            <pc:sldMk cId="2864953681" sldId="316"/>
            <ac:picMk id="10" creationId="{5EC69799-F3D3-AE76-A638-764CF0E0BF6B}"/>
          </ac:picMkLst>
        </pc:picChg>
      </pc:sldChg>
      <pc:sldChg chg="addSp delSp modSp add mod">
        <pc:chgData name="Davison, Matthew (Postgraduate Researcher)" userId="dae5e2f2-c972-49ef-af9f-5e652c16689d" providerId="ADAL" clId="{0687260E-0970-413F-80C2-6A1519EC603E}" dt="2025-05-09T09:46:05.508" v="8546" actId="20577"/>
        <pc:sldMkLst>
          <pc:docMk/>
          <pc:sldMk cId="2950405220" sldId="317"/>
        </pc:sldMkLst>
        <pc:spChg chg="mod">
          <ac:chgData name="Davison, Matthew (Postgraduate Researcher)" userId="dae5e2f2-c972-49ef-af9f-5e652c16689d" providerId="ADAL" clId="{0687260E-0970-413F-80C2-6A1519EC603E}" dt="2025-05-09T09:46:05.508" v="8546" actId="20577"/>
          <ac:spMkLst>
            <pc:docMk/>
            <pc:sldMk cId="2950405220" sldId="317"/>
            <ac:spMk id="2" creationId="{14B3EEEF-E169-5440-5763-62C2508DD051}"/>
          </ac:spMkLst>
        </pc:spChg>
        <pc:spChg chg="add del mod">
          <ac:chgData name="Davison, Matthew (Postgraduate Researcher)" userId="dae5e2f2-c972-49ef-af9f-5e652c16689d" providerId="ADAL" clId="{0687260E-0970-413F-80C2-6A1519EC603E}" dt="2025-05-08T15:14:12.012" v="7117" actId="478"/>
          <ac:spMkLst>
            <pc:docMk/>
            <pc:sldMk cId="2950405220" sldId="317"/>
            <ac:spMk id="5" creationId="{C0C93513-FC0E-3A8C-C5A4-8C7AFFAD2B83}"/>
          </ac:spMkLst>
        </pc:spChg>
        <pc:picChg chg="add del mod">
          <ac:chgData name="Davison, Matthew (Postgraduate Researcher)" userId="dae5e2f2-c972-49ef-af9f-5e652c16689d" providerId="ADAL" clId="{0687260E-0970-413F-80C2-6A1519EC603E}" dt="2025-05-08T17:25:56.549" v="7864" actId="478"/>
          <ac:picMkLst>
            <pc:docMk/>
            <pc:sldMk cId="2950405220" sldId="317"/>
            <ac:picMk id="6" creationId="{183FD1B7-61C8-1A7A-7A0A-244A8AF6588E}"/>
          </ac:picMkLst>
        </pc:picChg>
        <pc:picChg chg="add mod">
          <ac:chgData name="Davison, Matthew (Postgraduate Researcher)" userId="dae5e2f2-c972-49ef-af9f-5e652c16689d" providerId="ADAL" clId="{0687260E-0970-413F-80C2-6A1519EC603E}" dt="2025-05-08T17:26:28.656" v="7866" actId="1076"/>
          <ac:picMkLst>
            <pc:docMk/>
            <pc:sldMk cId="2950405220" sldId="317"/>
            <ac:picMk id="8" creationId="{8E5BBDF6-D99C-3CA9-F3F6-CA0F73931440}"/>
          </ac:picMkLst>
        </pc:picChg>
      </pc:sldChg>
      <pc:sldChg chg="addSp delSp modSp add mod">
        <pc:chgData name="Davison, Matthew (Postgraduate Researcher)" userId="dae5e2f2-c972-49ef-af9f-5e652c16689d" providerId="ADAL" clId="{0687260E-0970-413F-80C2-6A1519EC603E}" dt="2025-05-08T15:13:55.669" v="7116" actId="1076"/>
        <pc:sldMkLst>
          <pc:docMk/>
          <pc:sldMk cId="3063602175" sldId="318"/>
        </pc:sldMkLst>
        <pc:spChg chg="mod">
          <ac:chgData name="Davison, Matthew (Postgraduate Researcher)" userId="dae5e2f2-c972-49ef-af9f-5e652c16689d" providerId="ADAL" clId="{0687260E-0970-413F-80C2-6A1519EC603E}" dt="2025-05-03T17:45:39.378" v="6085" actId="20577"/>
          <ac:spMkLst>
            <pc:docMk/>
            <pc:sldMk cId="3063602175" sldId="318"/>
            <ac:spMk id="2" creationId="{BB4DE2E7-78A4-444A-2E52-28BCB7486D27}"/>
          </ac:spMkLst>
        </pc:spChg>
        <pc:spChg chg="del mod">
          <ac:chgData name="Davison, Matthew (Postgraduate Researcher)" userId="dae5e2f2-c972-49ef-af9f-5e652c16689d" providerId="ADAL" clId="{0687260E-0970-413F-80C2-6A1519EC603E}" dt="2025-05-08T15:13:46.100" v="7114" actId="478"/>
          <ac:spMkLst>
            <pc:docMk/>
            <pc:sldMk cId="3063602175" sldId="318"/>
            <ac:spMk id="5" creationId="{D25B550B-440C-779B-D58D-15FE271C83D3}"/>
          </ac:spMkLst>
        </pc:spChg>
        <pc:spChg chg="del mod">
          <ac:chgData name="Davison, Matthew (Postgraduate Researcher)" userId="dae5e2f2-c972-49ef-af9f-5e652c16689d" providerId="ADAL" clId="{0687260E-0970-413F-80C2-6A1519EC603E}" dt="2025-05-08T15:13:46.100" v="7114" actId="478"/>
          <ac:spMkLst>
            <pc:docMk/>
            <pc:sldMk cId="3063602175" sldId="318"/>
            <ac:spMk id="6" creationId="{23C441D2-1350-E245-D8A1-85D86575AFF1}"/>
          </ac:spMkLst>
        </pc:spChg>
        <pc:spChg chg="del mod">
          <ac:chgData name="Davison, Matthew (Postgraduate Researcher)" userId="dae5e2f2-c972-49ef-af9f-5e652c16689d" providerId="ADAL" clId="{0687260E-0970-413F-80C2-6A1519EC603E}" dt="2025-05-08T15:13:46.100" v="7114" actId="478"/>
          <ac:spMkLst>
            <pc:docMk/>
            <pc:sldMk cId="3063602175" sldId="318"/>
            <ac:spMk id="7" creationId="{9A37021B-EB56-78D0-E041-E09F23BF457D}"/>
          </ac:spMkLst>
        </pc:spChg>
        <pc:picChg chg="add mod">
          <ac:chgData name="Davison, Matthew (Postgraduate Researcher)" userId="dae5e2f2-c972-49ef-af9f-5e652c16689d" providerId="ADAL" clId="{0687260E-0970-413F-80C2-6A1519EC603E}" dt="2025-05-08T15:13:55.669" v="7116" actId="1076"/>
          <ac:picMkLst>
            <pc:docMk/>
            <pc:sldMk cId="3063602175" sldId="318"/>
            <ac:picMk id="8" creationId="{38FC07F2-CEB2-12B8-E04F-0B44C20DEA39}"/>
          </ac:picMkLst>
        </pc:picChg>
      </pc:sldChg>
      <pc:sldChg chg="addSp delSp modSp add mod">
        <pc:chgData name="Davison, Matthew (Postgraduate Researcher)" userId="dae5e2f2-c972-49ef-af9f-5e652c16689d" providerId="ADAL" clId="{0687260E-0970-413F-80C2-6A1519EC603E}" dt="2025-05-08T15:53:40.156" v="7427" actId="1076"/>
        <pc:sldMkLst>
          <pc:docMk/>
          <pc:sldMk cId="96698750" sldId="319"/>
        </pc:sldMkLst>
        <pc:spChg chg="mod">
          <ac:chgData name="Davison, Matthew (Postgraduate Researcher)" userId="dae5e2f2-c972-49ef-af9f-5e652c16689d" providerId="ADAL" clId="{0687260E-0970-413F-80C2-6A1519EC603E}" dt="2025-05-08T15:52:59.751" v="7423" actId="5793"/>
          <ac:spMkLst>
            <pc:docMk/>
            <pc:sldMk cId="96698750" sldId="319"/>
            <ac:spMk id="2" creationId="{6E09B2B7-225A-D043-09E9-63509DACA2CD}"/>
          </ac:spMkLst>
        </pc:spChg>
        <pc:spChg chg="add del mod">
          <ac:chgData name="Davison, Matthew (Postgraduate Researcher)" userId="dae5e2f2-c972-49ef-af9f-5e652c16689d" providerId="ADAL" clId="{0687260E-0970-413F-80C2-6A1519EC603E}" dt="2025-05-08T15:53:28.859" v="7424" actId="478"/>
          <ac:spMkLst>
            <pc:docMk/>
            <pc:sldMk cId="96698750" sldId="319"/>
            <ac:spMk id="3" creationId="{80050E0C-DDFA-4329-93C5-7F3271E8C337}"/>
          </ac:spMkLst>
        </pc:spChg>
        <pc:spChg chg="add del mod">
          <ac:chgData name="Davison, Matthew (Postgraduate Researcher)" userId="dae5e2f2-c972-49ef-af9f-5e652c16689d" providerId="ADAL" clId="{0687260E-0970-413F-80C2-6A1519EC603E}" dt="2025-05-08T15:50:16.350" v="7400"/>
          <ac:spMkLst>
            <pc:docMk/>
            <pc:sldMk cId="96698750" sldId="319"/>
            <ac:spMk id="7" creationId="{1733B46B-C13C-D38C-6335-F4E8C777E7B5}"/>
          </ac:spMkLst>
        </pc:spChg>
        <pc:spChg chg="add del mod">
          <ac:chgData name="Davison, Matthew (Postgraduate Researcher)" userId="dae5e2f2-c972-49ef-af9f-5e652c16689d" providerId="ADAL" clId="{0687260E-0970-413F-80C2-6A1519EC603E}" dt="2025-05-08T15:49:55.086" v="7397"/>
          <ac:spMkLst>
            <pc:docMk/>
            <pc:sldMk cId="96698750" sldId="319"/>
            <ac:spMk id="10" creationId="{1D48B1DC-2723-1F44-89E2-A27E47CC7176}"/>
          </ac:spMkLst>
        </pc:spChg>
        <pc:spChg chg="add del mod">
          <ac:chgData name="Davison, Matthew (Postgraduate Researcher)" userId="dae5e2f2-c972-49ef-af9f-5e652c16689d" providerId="ADAL" clId="{0687260E-0970-413F-80C2-6A1519EC603E}" dt="2025-05-08T15:53:32.244" v="7425" actId="478"/>
          <ac:spMkLst>
            <pc:docMk/>
            <pc:sldMk cId="96698750" sldId="319"/>
            <ac:spMk id="15" creationId="{FB0C1443-A19A-9CC7-7717-AC27F2B36D9E}"/>
          </ac:spMkLst>
        </pc:spChg>
        <pc:grpChg chg="add mod">
          <ac:chgData name="Davison, Matthew (Postgraduate Researcher)" userId="dae5e2f2-c972-49ef-af9f-5e652c16689d" providerId="ADAL" clId="{0687260E-0970-413F-80C2-6A1519EC603E}" dt="2025-05-08T15:53:40.156" v="7427" actId="1076"/>
          <ac:grpSpMkLst>
            <pc:docMk/>
            <pc:sldMk cId="96698750" sldId="319"/>
            <ac:grpSpMk id="13" creationId="{2FCDD9BC-95A7-DA76-4AE3-7097A0DC8196}"/>
          </ac:grpSpMkLst>
        </pc:grpChg>
        <pc:picChg chg="add del mod modCrop">
          <ac:chgData name="Davison, Matthew (Postgraduate Researcher)" userId="dae5e2f2-c972-49ef-af9f-5e652c16689d" providerId="ADAL" clId="{0687260E-0970-413F-80C2-6A1519EC603E}" dt="2025-05-08T15:49:55.086" v="7397"/>
          <ac:picMkLst>
            <pc:docMk/>
            <pc:sldMk cId="96698750" sldId="319"/>
            <ac:picMk id="6" creationId="{874BEBEE-E9FD-EAEC-9DE7-E5901DDAA00D}"/>
          </ac:picMkLst>
        </pc:picChg>
        <pc:picChg chg="add del mod ord modCrop">
          <ac:chgData name="Davison, Matthew (Postgraduate Researcher)" userId="dae5e2f2-c972-49ef-af9f-5e652c16689d" providerId="ADAL" clId="{0687260E-0970-413F-80C2-6A1519EC603E}" dt="2025-05-08T15:50:16.350" v="7400"/>
          <ac:picMkLst>
            <pc:docMk/>
            <pc:sldMk cId="96698750" sldId="319"/>
            <ac:picMk id="9" creationId="{302EEF72-8462-5569-6017-32ECE528F2FD}"/>
          </ac:picMkLst>
        </pc:picChg>
        <pc:picChg chg="mod">
          <ac:chgData name="Davison, Matthew (Postgraduate Researcher)" userId="dae5e2f2-c972-49ef-af9f-5e652c16689d" providerId="ADAL" clId="{0687260E-0970-413F-80C2-6A1519EC603E}" dt="2025-05-08T15:50:59.439" v="7417" actId="164"/>
          <ac:picMkLst>
            <pc:docMk/>
            <pc:sldMk cId="96698750" sldId="319"/>
            <ac:picMk id="11" creationId="{24F966A9-1906-E132-8907-AC61CF1E4FC0}"/>
          </ac:picMkLst>
        </pc:picChg>
        <pc:picChg chg="mod">
          <ac:chgData name="Davison, Matthew (Postgraduate Researcher)" userId="dae5e2f2-c972-49ef-af9f-5e652c16689d" providerId="ADAL" clId="{0687260E-0970-413F-80C2-6A1519EC603E}" dt="2025-05-08T15:50:59.439" v="7417" actId="164"/>
          <ac:picMkLst>
            <pc:docMk/>
            <pc:sldMk cId="96698750" sldId="319"/>
            <ac:picMk id="12" creationId="{7A1489F9-0E3B-71F7-8569-E37352C06AA9}"/>
          </ac:picMkLst>
        </pc:picChg>
      </pc:sldChg>
      <pc:sldChg chg="addSp delSp modSp add mod">
        <pc:chgData name="Davison, Matthew (Postgraduate Researcher)" userId="dae5e2f2-c972-49ef-af9f-5e652c16689d" providerId="ADAL" clId="{0687260E-0970-413F-80C2-6A1519EC603E}" dt="2025-05-08T15:18:44.866" v="7211" actId="113"/>
        <pc:sldMkLst>
          <pc:docMk/>
          <pc:sldMk cId="2860847728" sldId="320"/>
        </pc:sldMkLst>
        <pc:spChg chg="mod">
          <ac:chgData name="Davison, Matthew (Postgraduate Researcher)" userId="dae5e2f2-c972-49ef-af9f-5e652c16689d" providerId="ADAL" clId="{0687260E-0970-413F-80C2-6A1519EC603E}" dt="2025-05-08T14:33:51.677" v="6810" actId="20577"/>
          <ac:spMkLst>
            <pc:docMk/>
            <pc:sldMk cId="2860847728" sldId="320"/>
            <ac:spMk id="2" creationId="{7F98E0A3-4B74-AAB3-09CF-9CA67F962B5B}"/>
          </ac:spMkLst>
        </pc:spChg>
        <pc:spChg chg="add mod">
          <ac:chgData name="Davison, Matthew (Postgraduate Researcher)" userId="dae5e2f2-c972-49ef-af9f-5e652c16689d" providerId="ADAL" clId="{0687260E-0970-413F-80C2-6A1519EC603E}" dt="2025-05-08T15:18:44.866" v="7211" actId="113"/>
          <ac:spMkLst>
            <pc:docMk/>
            <pc:sldMk cId="2860847728" sldId="320"/>
            <ac:spMk id="3" creationId="{723E4CCC-A996-84CA-6AB0-47978201BE93}"/>
          </ac:spMkLst>
        </pc:spChg>
        <pc:spChg chg="del">
          <ac:chgData name="Davison, Matthew (Postgraduate Researcher)" userId="dae5e2f2-c972-49ef-af9f-5e652c16689d" providerId="ADAL" clId="{0687260E-0970-413F-80C2-6A1519EC603E}" dt="2025-05-08T14:33:58.721" v="6811" actId="478"/>
          <ac:spMkLst>
            <pc:docMk/>
            <pc:sldMk cId="2860847728" sldId="320"/>
            <ac:spMk id="5" creationId="{76F76C79-44BD-4F8C-1367-56E3E0C25147}"/>
          </ac:spMkLst>
        </pc:spChg>
      </pc:sldChg>
      <pc:sldChg chg="addSp delSp modSp add del mod">
        <pc:chgData name="Davison, Matthew (Postgraduate Researcher)" userId="dae5e2f2-c972-49ef-af9f-5e652c16689d" providerId="ADAL" clId="{0687260E-0970-413F-80C2-6A1519EC603E}" dt="2025-05-08T15:07:33.399" v="7095" actId="47"/>
        <pc:sldMkLst>
          <pc:docMk/>
          <pc:sldMk cId="2972328462" sldId="321"/>
        </pc:sldMkLst>
        <pc:picChg chg="add mod">
          <ac:chgData name="Davison, Matthew (Postgraduate Researcher)" userId="dae5e2f2-c972-49ef-af9f-5e652c16689d" providerId="ADAL" clId="{0687260E-0970-413F-80C2-6A1519EC603E}" dt="2025-05-08T15:04:32.014" v="7085" actId="1076"/>
          <ac:picMkLst>
            <pc:docMk/>
            <pc:sldMk cId="2972328462" sldId="321"/>
            <ac:picMk id="5" creationId="{00921BAA-3449-CF11-FA28-763CEAB4D202}"/>
          </ac:picMkLst>
        </pc:picChg>
        <pc:picChg chg="del">
          <ac:chgData name="Davison, Matthew (Postgraduate Researcher)" userId="dae5e2f2-c972-49ef-af9f-5e652c16689d" providerId="ADAL" clId="{0687260E-0970-413F-80C2-6A1519EC603E}" dt="2025-05-08T15:04:22.015" v="7083" actId="478"/>
          <ac:picMkLst>
            <pc:docMk/>
            <pc:sldMk cId="2972328462" sldId="321"/>
            <ac:picMk id="8" creationId="{919BC543-BBA3-3FF6-DFA2-BE769A566AE5}"/>
          </ac:picMkLst>
        </pc:picChg>
      </pc:sldChg>
      <pc:sldChg chg="modSp add mod ord">
        <pc:chgData name="Davison, Matthew (Postgraduate Researcher)" userId="dae5e2f2-c972-49ef-af9f-5e652c16689d" providerId="ADAL" clId="{0687260E-0970-413F-80C2-6A1519EC603E}" dt="2025-05-08T15:33:19.469" v="7320" actId="14100"/>
        <pc:sldMkLst>
          <pc:docMk/>
          <pc:sldMk cId="3709506406" sldId="321"/>
        </pc:sldMkLst>
        <pc:spChg chg="mod">
          <ac:chgData name="Davison, Matthew (Postgraduate Researcher)" userId="dae5e2f2-c972-49ef-af9f-5e652c16689d" providerId="ADAL" clId="{0687260E-0970-413F-80C2-6A1519EC603E}" dt="2025-05-08T15:32:51.044" v="7270" actId="20577"/>
          <ac:spMkLst>
            <pc:docMk/>
            <pc:sldMk cId="3709506406" sldId="321"/>
            <ac:spMk id="2" creationId="{D5C1F01B-F8C3-E610-1879-59AC6E410931}"/>
          </ac:spMkLst>
        </pc:spChg>
        <pc:spChg chg="mod">
          <ac:chgData name="Davison, Matthew (Postgraduate Researcher)" userId="dae5e2f2-c972-49ef-af9f-5e652c16689d" providerId="ADAL" clId="{0687260E-0970-413F-80C2-6A1519EC603E}" dt="2025-05-08T15:33:06.530" v="7317" actId="20577"/>
          <ac:spMkLst>
            <pc:docMk/>
            <pc:sldMk cId="3709506406" sldId="321"/>
            <ac:spMk id="3" creationId="{EA5DA95E-0B19-48F6-6CF1-D8C8A53402F1}"/>
          </ac:spMkLst>
        </pc:spChg>
        <pc:spChg chg="mod">
          <ac:chgData name="Davison, Matthew (Postgraduate Researcher)" userId="dae5e2f2-c972-49ef-af9f-5e652c16689d" providerId="ADAL" clId="{0687260E-0970-413F-80C2-6A1519EC603E}" dt="2025-05-08T15:33:19.469" v="7320" actId="14100"/>
          <ac:spMkLst>
            <pc:docMk/>
            <pc:sldMk cId="3709506406" sldId="321"/>
            <ac:spMk id="4" creationId="{825D83D8-E2D0-F216-481E-E91AD2DD7E22}"/>
          </ac:spMkLst>
        </pc:spChg>
      </pc:sldChg>
      <pc:sldChg chg="modSp add mod">
        <pc:chgData name="Davison, Matthew (Postgraduate Researcher)" userId="dae5e2f2-c972-49ef-af9f-5e652c16689d" providerId="ADAL" clId="{0687260E-0970-413F-80C2-6A1519EC603E}" dt="2025-05-08T15:58:28.692" v="7826" actId="20577"/>
        <pc:sldMkLst>
          <pc:docMk/>
          <pc:sldMk cId="2259355812" sldId="322"/>
        </pc:sldMkLst>
        <pc:spChg chg="mod">
          <ac:chgData name="Davison, Matthew (Postgraduate Researcher)" userId="dae5e2f2-c972-49ef-af9f-5e652c16689d" providerId="ADAL" clId="{0687260E-0970-413F-80C2-6A1519EC603E}" dt="2025-05-08T15:55:27.370" v="7454" actId="20577"/>
          <ac:spMkLst>
            <pc:docMk/>
            <pc:sldMk cId="2259355812" sldId="322"/>
            <ac:spMk id="2" creationId="{FBB44565-1431-D1C7-CAC1-38C34CF59D94}"/>
          </ac:spMkLst>
        </pc:spChg>
        <pc:spChg chg="mod">
          <ac:chgData name="Davison, Matthew (Postgraduate Researcher)" userId="dae5e2f2-c972-49ef-af9f-5e652c16689d" providerId="ADAL" clId="{0687260E-0970-413F-80C2-6A1519EC603E}" dt="2025-05-08T15:58:28.692" v="7826" actId="20577"/>
          <ac:spMkLst>
            <pc:docMk/>
            <pc:sldMk cId="2259355812" sldId="322"/>
            <ac:spMk id="3" creationId="{EDDEB529-EF91-3DB7-40E0-24B786441548}"/>
          </ac:spMkLst>
        </pc:spChg>
      </pc:sldChg>
      <pc:sldChg chg="addSp delSp modSp add del mod">
        <pc:chgData name="Davison, Matthew (Postgraduate Researcher)" userId="dae5e2f2-c972-49ef-af9f-5e652c16689d" providerId="ADAL" clId="{0687260E-0970-413F-80C2-6A1519EC603E}" dt="2025-05-08T15:07:31.410" v="7094" actId="47"/>
        <pc:sldMkLst>
          <pc:docMk/>
          <pc:sldMk cId="3579056441" sldId="322"/>
        </pc:sldMkLst>
        <pc:picChg chg="del">
          <ac:chgData name="Davison, Matthew (Postgraduate Researcher)" userId="dae5e2f2-c972-49ef-af9f-5e652c16689d" providerId="ADAL" clId="{0687260E-0970-413F-80C2-6A1519EC603E}" dt="2025-05-08T15:05:15.226" v="7087" actId="478"/>
          <ac:picMkLst>
            <pc:docMk/>
            <pc:sldMk cId="3579056441" sldId="322"/>
            <ac:picMk id="5" creationId="{1F989123-BDE7-A400-2449-0457CB96C2F7}"/>
          </ac:picMkLst>
        </pc:picChg>
        <pc:picChg chg="add del mod">
          <ac:chgData name="Davison, Matthew (Postgraduate Researcher)" userId="dae5e2f2-c972-49ef-af9f-5e652c16689d" providerId="ADAL" clId="{0687260E-0970-413F-80C2-6A1519EC603E}" dt="2025-05-08T15:05:43.463" v="7089" actId="478"/>
          <ac:picMkLst>
            <pc:docMk/>
            <pc:sldMk cId="3579056441" sldId="322"/>
            <ac:picMk id="6" creationId="{D4950B83-49B0-516D-E5DD-D3F8AADE3CFB}"/>
          </ac:picMkLst>
        </pc:picChg>
        <pc:picChg chg="add del mod">
          <ac:chgData name="Davison, Matthew (Postgraduate Researcher)" userId="dae5e2f2-c972-49ef-af9f-5e652c16689d" providerId="ADAL" clId="{0687260E-0970-413F-80C2-6A1519EC603E}" dt="2025-05-08T15:06:26.985" v="7092" actId="478"/>
          <ac:picMkLst>
            <pc:docMk/>
            <pc:sldMk cId="3579056441" sldId="322"/>
            <ac:picMk id="8" creationId="{003EE2F6-F4EE-6754-6535-B26251E5963D}"/>
          </ac:picMkLst>
        </pc:picChg>
        <pc:picChg chg="add mod">
          <ac:chgData name="Davison, Matthew (Postgraduate Researcher)" userId="dae5e2f2-c972-49ef-af9f-5e652c16689d" providerId="ADAL" clId="{0687260E-0970-413F-80C2-6A1519EC603E}" dt="2025-05-08T15:06:58.278" v="7093"/>
          <ac:picMkLst>
            <pc:docMk/>
            <pc:sldMk cId="3579056441" sldId="322"/>
            <ac:picMk id="10" creationId="{D2778E7E-B7B3-0E94-D2F3-72415F25155D}"/>
          </ac:picMkLst>
        </pc:picChg>
      </pc:sldChg>
      <pc:sldChg chg="addSp delSp modSp add mod modTransition addAnim delAnim modAnim">
        <pc:chgData name="Davison, Matthew (Postgraduate Researcher)" userId="dae5e2f2-c972-49ef-af9f-5e652c16689d" providerId="ADAL" clId="{0687260E-0970-413F-80C2-6A1519EC603E}" dt="2025-05-08T18:02:20.557" v="8510" actId="478"/>
        <pc:sldMkLst>
          <pc:docMk/>
          <pc:sldMk cId="362455471" sldId="323"/>
        </pc:sldMkLst>
        <pc:spChg chg="mod">
          <ac:chgData name="Davison, Matthew (Postgraduate Researcher)" userId="dae5e2f2-c972-49ef-af9f-5e652c16689d" providerId="ADAL" clId="{0687260E-0970-413F-80C2-6A1519EC603E}" dt="2025-05-08T17:45:39.269" v="8341" actId="1076"/>
          <ac:spMkLst>
            <pc:docMk/>
            <pc:sldMk cId="362455471" sldId="323"/>
            <ac:spMk id="2" creationId="{A8C877DF-A561-38EF-9870-36C47089D733}"/>
          </ac:spMkLst>
        </pc:spChg>
        <pc:spChg chg="add del mod">
          <ac:chgData name="Davison, Matthew (Postgraduate Researcher)" userId="dae5e2f2-c972-49ef-af9f-5e652c16689d" providerId="ADAL" clId="{0687260E-0970-413F-80C2-6A1519EC603E}" dt="2025-05-08T16:22:00.032" v="7863" actId="478"/>
          <ac:spMkLst>
            <pc:docMk/>
            <pc:sldMk cId="362455471" sldId="323"/>
            <ac:spMk id="5" creationId="{E7982F20-9C36-80D5-8069-F60C49352294}"/>
          </ac:spMkLst>
        </pc:spChg>
        <pc:spChg chg="del">
          <ac:chgData name="Davison, Matthew (Postgraduate Researcher)" userId="dae5e2f2-c972-49ef-af9f-5e652c16689d" providerId="ADAL" clId="{0687260E-0970-413F-80C2-6A1519EC603E}" dt="2025-05-08T16:21:57.091" v="7862" actId="478"/>
          <ac:spMkLst>
            <pc:docMk/>
            <pc:sldMk cId="362455471" sldId="323"/>
            <ac:spMk id="6" creationId="{F96FA706-3269-B49F-DED2-EE4090A5CD88}"/>
          </ac:spMkLst>
        </pc:spChg>
        <pc:spChg chg="del">
          <ac:chgData name="Davison, Matthew (Postgraduate Researcher)" userId="dae5e2f2-c972-49ef-af9f-5e652c16689d" providerId="ADAL" clId="{0687260E-0970-413F-80C2-6A1519EC603E}" dt="2025-05-08T17:29:11.861" v="7883" actId="478"/>
          <ac:spMkLst>
            <pc:docMk/>
            <pc:sldMk cId="362455471" sldId="323"/>
            <ac:spMk id="9" creationId="{31F7C17A-4E2F-BFFD-AC36-321AB50D4CD7}"/>
          </ac:spMkLst>
        </pc:spChg>
        <pc:spChg chg="del">
          <ac:chgData name="Davison, Matthew (Postgraduate Researcher)" userId="dae5e2f2-c972-49ef-af9f-5e652c16689d" providerId="ADAL" clId="{0687260E-0970-413F-80C2-6A1519EC603E}" dt="2025-05-08T17:28:24.032" v="7868" actId="478"/>
          <ac:spMkLst>
            <pc:docMk/>
            <pc:sldMk cId="362455471" sldId="323"/>
            <ac:spMk id="11" creationId="{D213E30E-4754-B6CC-8E22-0D7C1FCEA428}"/>
          </ac:spMkLst>
        </pc:spChg>
        <pc:spChg chg="mod">
          <ac:chgData name="Davison, Matthew (Postgraduate Researcher)" userId="dae5e2f2-c972-49ef-af9f-5e652c16689d" providerId="ADAL" clId="{0687260E-0970-413F-80C2-6A1519EC603E}" dt="2025-05-08T17:26:55.160" v="7867"/>
          <ac:spMkLst>
            <pc:docMk/>
            <pc:sldMk cId="362455471" sldId="323"/>
            <ac:spMk id="12" creationId="{52510EE4-6ADB-4FE6-0BFD-A0F7FE94493C}"/>
          </ac:spMkLst>
        </pc:spChg>
        <pc:spChg chg="del">
          <ac:chgData name="Davison, Matthew (Postgraduate Researcher)" userId="dae5e2f2-c972-49ef-af9f-5e652c16689d" providerId="ADAL" clId="{0687260E-0970-413F-80C2-6A1519EC603E}" dt="2025-05-08T17:29:16.274" v="7885" actId="478"/>
          <ac:spMkLst>
            <pc:docMk/>
            <pc:sldMk cId="362455471" sldId="323"/>
            <ac:spMk id="13" creationId="{CA3D08F3-C364-FDE8-0393-009F2CE322A9}"/>
          </ac:spMkLst>
        </pc:spChg>
        <pc:spChg chg="mod">
          <ac:chgData name="Davison, Matthew (Postgraduate Researcher)" userId="dae5e2f2-c972-49ef-af9f-5e652c16689d" providerId="ADAL" clId="{0687260E-0970-413F-80C2-6A1519EC603E}" dt="2025-05-08T17:26:55.160" v="7867"/>
          <ac:spMkLst>
            <pc:docMk/>
            <pc:sldMk cId="362455471" sldId="323"/>
            <ac:spMk id="17" creationId="{89A4028F-550E-50EE-D4B5-B4D7EE8A6C2B}"/>
          </ac:spMkLst>
        </pc:spChg>
        <pc:spChg chg="del">
          <ac:chgData name="Davison, Matthew (Postgraduate Researcher)" userId="dae5e2f2-c972-49ef-af9f-5e652c16689d" providerId="ADAL" clId="{0687260E-0970-413F-80C2-6A1519EC603E}" dt="2025-05-08T17:28:51.377" v="7880" actId="478"/>
          <ac:spMkLst>
            <pc:docMk/>
            <pc:sldMk cId="362455471" sldId="323"/>
            <ac:spMk id="19" creationId="{E577A2CB-9574-D1F3-638E-52E348A1A0C0}"/>
          </ac:spMkLst>
        </pc:spChg>
        <pc:spChg chg="del mod">
          <ac:chgData name="Davison, Matthew (Postgraduate Researcher)" userId="dae5e2f2-c972-49ef-af9f-5e652c16689d" providerId="ADAL" clId="{0687260E-0970-413F-80C2-6A1519EC603E}" dt="2025-05-08T17:28:29.076" v="7871" actId="478"/>
          <ac:spMkLst>
            <pc:docMk/>
            <pc:sldMk cId="362455471" sldId="323"/>
            <ac:spMk id="20" creationId="{9B8445CE-5D42-F1DE-EC5D-CF10517F15A5}"/>
          </ac:spMkLst>
        </pc:spChg>
        <pc:spChg chg="mod">
          <ac:chgData name="Davison, Matthew (Postgraduate Researcher)" userId="dae5e2f2-c972-49ef-af9f-5e652c16689d" providerId="ADAL" clId="{0687260E-0970-413F-80C2-6A1519EC603E}" dt="2025-05-08T17:26:55.160" v="7867"/>
          <ac:spMkLst>
            <pc:docMk/>
            <pc:sldMk cId="362455471" sldId="323"/>
            <ac:spMk id="24" creationId="{8B4F6275-0875-F323-C37B-6610F7233296}"/>
          </ac:spMkLst>
        </pc:spChg>
        <pc:spChg chg="mod">
          <ac:chgData name="Davison, Matthew (Postgraduate Researcher)" userId="dae5e2f2-c972-49ef-af9f-5e652c16689d" providerId="ADAL" clId="{0687260E-0970-413F-80C2-6A1519EC603E}" dt="2025-05-08T17:31:20.175" v="7999" actId="164"/>
          <ac:spMkLst>
            <pc:docMk/>
            <pc:sldMk cId="362455471" sldId="323"/>
            <ac:spMk id="25" creationId="{F3D5843F-1543-FA95-F960-7DA0DDA8B1B7}"/>
          </ac:spMkLst>
        </pc:spChg>
        <pc:spChg chg="add del mod">
          <ac:chgData name="Davison, Matthew (Postgraduate Researcher)" userId="dae5e2f2-c972-49ef-af9f-5e652c16689d" providerId="ADAL" clId="{0687260E-0970-413F-80C2-6A1519EC603E}" dt="2025-05-08T17:55:39.088" v="8485" actId="478"/>
          <ac:spMkLst>
            <pc:docMk/>
            <pc:sldMk cId="362455471" sldId="323"/>
            <ac:spMk id="33" creationId="{D6767512-FC75-7524-53F5-8388AB5CB798}"/>
          </ac:spMkLst>
        </pc:spChg>
        <pc:spChg chg="add del mod">
          <ac:chgData name="Davison, Matthew (Postgraduate Researcher)" userId="dae5e2f2-c972-49ef-af9f-5e652c16689d" providerId="ADAL" clId="{0687260E-0970-413F-80C2-6A1519EC603E}" dt="2025-05-08T18:02:20.557" v="8510" actId="478"/>
          <ac:spMkLst>
            <pc:docMk/>
            <pc:sldMk cId="362455471" sldId="323"/>
            <ac:spMk id="36" creationId="{89418CB9-BA8F-DF51-2AF5-651D48168353}"/>
          </ac:spMkLst>
        </pc:spChg>
        <pc:spChg chg="del mod">
          <ac:chgData name="Davison, Matthew (Postgraduate Researcher)" userId="dae5e2f2-c972-49ef-af9f-5e652c16689d" providerId="ADAL" clId="{0687260E-0970-413F-80C2-6A1519EC603E}" dt="2025-05-08T18:02:20.557" v="8510" actId="478"/>
          <ac:spMkLst>
            <pc:docMk/>
            <pc:sldMk cId="362455471" sldId="323"/>
            <ac:spMk id="37" creationId="{2BE366AE-E8DE-53DE-5779-67500F7CB45E}"/>
          </ac:spMkLst>
        </pc:spChg>
        <pc:spChg chg="del mod">
          <ac:chgData name="Davison, Matthew (Postgraduate Researcher)" userId="dae5e2f2-c972-49ef-af9f-5e652c16689d" providerId="ADAL" clId="{0687260E-0970-413F-80C2-6A1519EC603E}" dt="2025-05-08T17:55:39.088" v="8485" actId="478"/>
          <ac:spMkLst>
            <pc:docMk/>
            <pc:sldMk cId="362455471" sldId="323"/>
            <ac:spMk id="38" creationId="{DB2080A2-66CE-DE3C-52AA-8E3C25336B6A}"/>
          </ac:spMkLst>
        </pc:spChg>
        <pc:spChg chg="mod">
          <ac:chgData name="Davison, Matthew (Postgraduate Researcher)" userId="dae5e2f2-c972-49ef-af9f-5e652c16689d" providerId="ADAL" clId="{0687260E-0970-413F-80C2-6A1519EC603E}" dt="2025-05-08T17:26:55.160" v="7867"/>
          <ac:spMkLst>
            <pc:docMk/>
            <pc:sldMk cId="362455471" sldId="323"/>
            <ac:spMk id="43" creationId="{24013F8D-6BD0-0492-E32A-1C347C199557}"/>
          </ac:spMkLst>
        </pc:spChg>
        <pc:spChg chg="mod">
          <ac:chgData name="Davison, Matthew (Postgraduate Researcher)" userId="dae5e2f2-c972-49ef-af9f-5e652c16689d" providerId="ADAL" clId="{0687260E-0970-413F-80C2-6A1519EC603E}" dt="2025-05-08T17:26:55.160" v="7867"/>
          <ac:spMkLst>
            <pc:docMk/>
            <pc:sldMk cId="362455471" sldId="323"/>
            <ac:spMk id="48" creationId="{382C9265-653C-EA81-2F43-BBB48886E7EB}"/>
          </ac:spMkLst>
        </pc:spChg>
        <pc:spChg chg="mod">
          <ac:chgData name="Davison, Matthew (Postgraduate Researcher)" userId="dae5e2f2-c972-49ef-af9f-5e652c16689d" providerId="ADAL" clId="{0687260E-0970-413F-80C2-6A1519EC603E}" dt="2025-05-08T17:26:55.160" v="7867"/>
          <ac:spMkLst>
            <pc:docMk/>
            <pc:sldMk cId="362455471" sldId="323"/>
            <ac:spMk id="49" creationId="{3D483014-B383-BBC0-53B0-D32ABBF5373F}"/>
          </ac:spMkLst>
        </pc:spChg>
        <pc:spChg chg="mod">
          <ac:chgData name="Davison, Matthew (Postgraduate Researcher)" userId="dae5e2f2-c972-49ef-af9f-5e652c16689d" providerId="ADAL" clId="{0687260E-0970-413F-80C2-6A1519EC603E}" dt="2025-05-08T17:26:55.160" v="7867"/>
          <ac:spMkLst>
            <pc:docMk/>
            <pc:sldMk cId="362455471" sldId="323"/>
            <ac:spMk id="51" creationId="{3A18E3A3-9B15-C95F-F0B3-6FD50451F2B2}"/>
          </ac:spMkLst>
        </pc:spChg>
        <pc:spChg chg="add mod">
          <ac:chgData name="Davison, Matthew (Postgraduate Researcher)" userId="dae5e2f2-c972-49ef-af9f-5e652c16689d" providerId="ADAL" clId="{0687260E-0970-413F-80C2-6A1519EC603E}" dt="2025-05-08T17:50:41.147" v="8419" actId="1076"/>
          <ac:spMkLst>
            <pc:docMk/>
            <pc:sldMk cId="362455471" sldId="323"/>
            <ac:spMk id="55" creationId="{235F456D-6625-A45C-72E8-3B4D5847B2B1}"/>
          </ac:spMkLst>
        </pc:spChg>
        <pc:spChg chg="add del mod">
          <ac:chgData name="Davison, Matthew (Postgraduate Researcher)" userId="dae5e2f2-c972-49ef-af9f-5e652c16689d" providerId="ADAL" clId="{0687260E-0970-413F-80C2-6A1519EC603E}" dt="2025-05-08T17:28:35.017" v="7874" actId="478"/>
          <ac:spMkLst>
            <pc:docMk/>
            <pc:sldMk cId="362455471" sldId="323"/>
            <ac:spMk id="56" creationId="{DA5A89DF-57E5-13E7-07ED-D24B4A0748C6}"/>
          </ac:spMkLst>
        </pc:spChg>
        <pc:spChg chg="del">
          <ac:chgData name="Davison, Matthew (Postgraduate Researcher)" userId="dae5e2f2-c972-49ef-af9f-5e652c16689d" providerId="ADAL" clId="{0687260E-0970-413F-80C2-6A1519EC603E}" dt="2025-05-08T17:28:53.195" v="7881" actId="478"/>
          <ac:spMkLst>
            <pc:docMk/>
            <pc:sldMk cId="362455471" sldId="323"/>
            <ac:spMk id="57" creationId="{353F0E60-B339-6CD7-A480-11FD0E36127D}"/>
          </ac:spMkLst>
        </pc:spChg>
        <pc:spChg chg="del">
          <ac:chgData name="Davison, Matthew (Postgraduate Researcher)" userId="dae5e2f2-c972-49ef-af9f-5e652c16689d" providerId="ADAL" clId="{0687260E-0970-413F-80C2-6A1519EC603E}" dt="2025-05-08T17:28:54.544" v="7882" actId="478"/>
          <ac:spMkLst>
            <pc:docMk/>
            <pc:sldMk cId="362455471" sldId="323"/>
            <ac:spMk id="59" creationId="{14591269-8BFB-734F-4C60-857B58609F2B}"/>
          </ac:spMkLst>
        </pc:spChg>
        <pc:spChg chg="add mod">
          <ac:chgData name="Davison, Matthew (Postgraduate Researcher)" userId="dae5e2f2-c972-49ef-af9f-5e652c16689d" providerId="ADAL" clId="{0687260E-0970-413F-80C2-6A1519EC603E}" dt="2025-05-08T17:49:42.827" v="8403" actId="1076"/>
          <ac:spMkLst>
            <pc:docMk/>
            <pc:sldMk cId="362455471" sldId="323"/>
            <ac:spMk id="61" creationId="{86076EDB-EF06-CED5-8E83-F47101C85388}"/>
          </ac:spMkLst>
        </pc:spChg>
        <pc:spChg chg="add mod ord">
          <ac:chgData name="Davison, Matthew (Postgraduate Researcher)" userId="dae5e2f2-c972-49ef-af9f-5e652c16689d" providerId="ADAL" clId="{0687260E-0970-413F-80C2-6A1519EC603E}" dt="2025-05-08T17:33:38.345" v="8065" actId="1076"/>
          <ac:spMkLst>
            <pc:docMk/>
            <pc:sldMk cId="362455471" sldId="323"/>
            <ac:spMk id="62" creationId="{A8E0F104-3EA7-2B8A-585D-C0F0BAFBA6CA}"/>
          </ac:spMkLst>
        </pc:spChg>
        <pc:spChg chg="add mod ord">
          <ac:chgData name="Davison, Matthew (Postgraduate Researcher)" userId="dae5e2f2-c972-49ef-af9f-5e652c16689d" providerId="ADAL" clId="{0687260E-0970-413F-80C2-6A1519EC603E}" dt="2025-05-08T17:31:20.175" v="7999" actId="164"/>
          <ac:spMkLst>
            <pc:docMk/>
            <pc:sldMk cId="362455471" sldId="323"/>
            <ac:spMk id="63" creationId="{98681886-ED93-B40F-D70B-81C88AA20B9D}"/>
          </ac:spMkLst>
        </pc:spChg>
        <pc:spChg chg="mod">
          <ac:chgData name="Davison, Matthew (Postgraduate Researcher)" userId="dae5e2f2-c972-49ef-af9f-5e652c16689d" providerId="ADAL" clId="{0687260E-0970-413F-80C2-6A1519EC603E}" dt="2025-05-08T17:32:07.067" v="8007"/>
          <ac:spMkLst>
            <pc:docMk/>
            <pc:sldMk cId="362455471" sldId="323"/>
            <ac:spMk id="66" creationId="{D2B215AF-9500-BC2C-CC96-F6DF171811EB}"/>
          </ac:spMkLst>
        </pc:spChg>
        <pc:spChg chg="mod">
          <ac:chgData name="Davison, Matthew (Postgraduate Researcher)" userId="dae5e2f2-c972-49ef-af9f-5e652c16689d" providerId="ADAL" clId="{0687260E-0970-413F-80C2-6A1519EC603E}" dt="2025-05-08T17:32:07.067" v="8007"/>
          <ac:spMkLst>
            <pc:docMk/>
            <pc:sldMk cId="362455471" sldId="323"/>
            <ac:spMk id="67" creationId="{083E37B8-A823-684D-30BA-BEA8BA6B4DA0}"/>
          </ac:spMkLst>
        </pc:spChg>
        <pc:spChg chg="mod">
          <ac:chgData name="Davison, Matthew (Postgraduate Researcher)" userId="dae5e2f2-c972-49ef-af9f-5e652c16689d" providerId="ADAL" clId="{0687260E-0970-413F-80C2-6A1519EC603E}" dt="2025-05-08T17:32:26.414" v="8035" actId="20577"/>
          <ac:spMkLst>
            <pc:docMk/>
            <pc:sldMk cId="362455471" sldId="323"/>
            <ac:spMk id="68" creationId="{7C672020-A206-8C70-9E5E-0249B04F5508}"/>
          </ac:spMkLst>
        </pc:spChg>
        <pc:spChg chg="add del mod">
          <ac:chgData name="Davison, Matthew (Postgraduate Researcher)" userId="dae5e2f2-c972-49ef-af9f-5e652c16689d" providerId="ADAL" clId="{0687260E-0970-413F-80C2-6A1519EC603E}" dt="2025-05-08T17:32:38.436" v="8039" actId="478"/>
          <ac:spMkLst>
            <pc:docMk/>
            <pc:sldMk cId="362455471" sldId="323"/>
            <ac:spMk id="69" creationId="{61825806-1710-4E74-AE9C-18E4CC69134A}"/>
          </ac:spMkLst>
        </pc:spChg>
        <pc:spChg chg="mod">
          <ac:chgData name="Davison, Matthew (Postgraduate Researcher)" userId="dae5e2f2-c972-49ef-af9f-5e652c16689d" providerId="ADAL" clId="{0687260E-0970-413F-80C2-6A1519EC603E}" dt="2025-05-08T17:32:42.001" v="8040"/>
          <ac:spMkLst>
            <pc:docMk/>
            <pc:sldMk cId="362455471" sldId="323"/>
            <ac:spMk id="71" creationId="{0591FE8C-8853-FDC9-38E9-A4E798E6E1F7}"/>
          </ac:spMkLst>
        </pc:spChg>
        <pc:spChg chg="mod">
          <ac:chgData name="Davison, Matthew (Postgraduate Researcher)" userId="dae5e2f2-c972-49ef-af9f-5e652c16689d" providerId="ADAL" clId="{0687260E-0970-413F-80C2-6A1519EC603E}" dt="2025-05-08T17:32:42.001" v="8040"/>
          <ac:spMkLst>
            <pc:docMk/>
            <pc:sldMk cId="362455471" sldId="323"/>
            <ac:spMk id="72" creationId="{CE7B270C-A1CA-0B1C-F372-73C69DEE2CF4}"/>
          </ac:spMkLst>
        </pc:spChg>
        <pc:spChg chg="mod">
          <ac:chgData name="Davison, Matthew (Postgraduate Researcher)" userId="dae5e2f2-c972-49ef-af9f-5e652c16689d" providerId="ADAL" clId="{0687260E-0970-413F-80C2-6A1519EC603E}" dt="2025-05-08T17:32:42.001" v="8040"/>
          <ac:spMkLst>
            <pc:docMk/>
            <pc:sldMk cId="362455471" sldId="323"/>
            <ac:spMk id="73" creationId="{A491DEF9-4107-469C-0276-F92D54255F44}"/>
          </ac:spMkLst>
        </pc:spChg>
        <pc:spChg chg="mod">
          <ac:chgData name="Davison, Matthew (Postgraduate Researcher)" userId="dae5e2f2-c972-49ef-af9f-5e652c16689d" providerId="ADAL" clId="{0687260E-0970-413F-80C2-6A1519EC603E}" dt="2025-05-08T17:32:46.385" v="8042"/>
          <ac:spMkLst>
            <pc:docMk/>
            <pc:sldMk cId="362455471" sldId="323"/>
            <ac:spMk id="75" creationId="{586E52B5-04C0-D5E7-866D-32F6DAA88499}"/>
          </ac:spMkLst>
        </pc:spChg>
        <pc:spChg chg="mod">
          <ac:chgData name="Davison, Matthew (Postgraduate Researcher)" userId="dae5e2f2-c972-49ef-af9f-5e652c16689d" providerId="ADAL" clId="{0687260E-0970-413F-80C2-6A1519EC603E}" dt="2025-05-08T17:32:46.385" v="8042"/>
          <ac:spMkLst>
            <pc:docMk/>
            <pc:sldMk cId="362455471" sldId="323"/>
            <ac:spMk id="76" creationId="{02B4E206-07F9-384C-530D-A373BAC1B190}"/>
          </ac:spMkLst>
        </pc:spChg>
        <pc:spChg chg="mod">
          <ac:chgData name="Davison, Matthew (Postgraduate Researcher)" userId="dae5e2f2-c972-49ef-af9f-5e652c16689d" providerId="ADAL" clId="{0687260E-0970-413F-80C2-6A1519EC603E}" dt="2025-05-08T17:33:01.604" v="8056" actId="1076"/>
          <ac:spMkLst>
            <pc:docMk/>
            <pc:sldMk cId="362455471" sldId="323"/>
            <ac:spMk id="77" creationId="{69DF1FB7-30AF-405E-E170-0A19C2CFF0D6}"/>
          </ac:spMkLst>
        </pc:spChg>
        <pc:spChg chg="add mod topLvl">
          <ac:chgData name="Davison, Matthew (Postgraduate Researcher)" userId="dae5e2f2-c972-49ef-af9f-5e652c16689d" providerId="ADAL" clId="{0687260E-0970-413F-80C2-6A1519EC603E}" dt="2025-05-08T17:49:07.811" v="8397" actId="20577"/>
          <ac:spMkLst>
            <pc:docMk/>
            <pc:sldMk cId="362455471" sldId="323"/>
            <ac:spMk id="78" creationId="{B8EE754C-321F-B8AD-218F-6B49DA951871}"/>
          </ac:spMkLst>
        </pc:spChg>
        <pc:spChg chg="add mod topLvl">
          <ac:chgData name="Davison, Matthew (Postgraduate Researcher)" userId="dae5e2f2-c972-49ef-af9f-5e652c16689d" providerId="ADAL" clId="{0687260E-0970-413F-80C2-6A1519EC603E}" dt="2025-05-08T17:57:09.854" v="8497" actId="165"/>
          <ac:spMkLst>
            <pc:docMk/>
            <pc:sldMk cId="362455471" sldId="323"/>
            <ac:spMk id="79" creationId="{55A955E6-42BC-26BE-FC1C-638789CFF131}"/>
          </ac:spMkLst>
        </pc:spChg>
        <pc:spChg chg="add mod topLvl">
          <ac:chgData name="Davison, Matthew (Postgraduate Researcher)" userId="dae5e2f2-c972-49ef-af9f-5e652c16689d" providerId="ADAL" clId="{0687260E-0970-413F-80C2-6A1519EC603E}" dt="2025-05-08T17:57:09.854" v="8497" actId="165"/>
          <ac:spMkLst>
            <pc:docMk/>
            <pc:sldMk cId="362455471" sldId="323"/>
            <ac:spMk id="80" creationId="{44BC4384-B571-851E-FF45-F8D5D1E68A4E}"/>
          </ac:spMkLst>
        </pc:spChg>
        <pc:spChg chg="add mod topLvl">
          <ac:chgData name="Davison, Matthew (Postgraduate Researcher)" userId="dae5e2f2-c972-49ef-af9f-5e652c16689d" providerId="ADAL" clId="{0687260E-0970-413F-80C2-6A1519EC603E}" dt="2025-05-08T17:57:09.854" v="8497" actId="165"/>
          <ac:spMkLst>
            <pc:docMk/>
            <pc:sldMk cId="362455471" sldId="323"/>
            <ac:spMk id="81" creationId="{25718B92-0658-E9DA-0413-D7D3B48C6633}"/>
          </ac:spMkLst>
        </pc:spChg>
        <pc:spChg chg="add del mod">
          <ac:chgData name="Davison, Matthew (Postgraduate Researcher)" userId="dae5e2f2-c972-49ef-af9f-5e652c16689d" providerId="ADAL" clId="{0687260E-0970-413F-80C2-6A1519EC603E}" dt="2025-05-08T17:37:59.771" v="8222" actId="478"/>
          <ac:spMkLst>
            <pc:docMk/>
            <pc:sldMk cId="362455471" sldId="323"/>
            <ac:spMk id="82" creationId="{F3962687-2552-3FAF-EA81-4A46130CDC6C}"/>
          </ac:spMkLst>
        </pc:spChg>
        <pc:spChg chg="add del mod">
          <ac:chgData name="Davison, Matthew (Postgraduate Researcher)" userId="dae5e2f2-c972-49ef-af9f-5e652c16689d" providerId="ADAL" clId="{0687260E-0970-413F-80C2-6A1519EC603E}" dt="2025-05-08T17:37:57.905" v="8221" actId="478"/>
          <ac:spMkLst>
            <pc:docMk/>
            <pc:sldMk cId="362455471" sldId="323"/>
            <ac:spMk id="83" creationId="{56D5067B-2DF1-859B-40D9-CD516AC5DC8B}"/>
          </ac:spMkLst>
        </pc:spChg>
        <pc:spChg chg="add mod topLvl">
          <ac:chgData name="Davison, Matthew (Postgraduate Researcher)" userId="dae5e2f2-c972-49ef-af9f-5e652c16689d" providerId="ADAL" clId="{0687260E-0970-413F-80C2-6A1519EC603E}" dt="2025-05-08T17:57:09.854" v="8497" actId="165"/>
          <ac:spMkLst>
            <pc:docMk/>
            <pc:sldMk cId="362455471" sldId="323"/>
            <ac:spMk id="84" creationId="{C0C29A15-F934-B245-A102-DB7768964E67}"/>
          </ac:spMkLst>
        </pc:spChg>
        <pc:spChg chg="add mod topLvl">
          <ac:chgData name="Davison, Matthew (Postgraduate Researcher)" userId="dae5e2f2-c972-49ef-af9f-5e652c16689d" providerId="ADAL" clId="{0687260E-0970-413F-80C2-6A1519EC603E}" dt="2025-05-08T17:57:09.854" v="8497" actId="165"/>
          <ac:spMkLst>
            <pc:docMk/>
            <pc:sldMk cId="362455471" sldId="323"/>
            <ac:spMk id="85" creationId="{7DA5D37E-5659-4469-D9C5-EA3E6E49924A}"/>
          </ac:spMkLst>
        </pc:spChg>
        <pc:spChg chg="add mod topLvl">
          <ac:chgData name="Davison, Matthew (Postgraduate Researcher)" userId="dae5e2f2-c972-49ef-af9f-5e652c16689d" providerId="ADAL" clId="{0687260E-0970-413F-80C2-6A1519EC603E}" dt="2025-05-08T17:57:09.854" v="8497" actId="165"/>
          <ac:spMkLst>
            <pc:docMk/>
            <pc:sldMk cId="362455471" sldId="323"/>
            <ac:spMk id="86" creationId="{F3B6176F-454A-BBDC-C2C0-849F21A89BAC}"/>
          </ac:spMkLst>
        </pc:spChg>
        <pc:spChg chg="add mod topLvl">
          <ac:chgData name="Davison, Matthew (Postgraduate Researcher)" userId="dae5e2f2-c972-49ef-af9f-5e652c16689d" providerId="ADAL" clId="{0687260E-0970-413F-80C2-6A1519EC603E}" dt="2025-05-08T17:57:09.854" v="8497" actId="165"/>
          <ac:spMkLst>
            <pc:docMk/>
            <pc:sldMk cId="362455471" sldId="323"/>
            <ac:spMk id="87" creationId="{3BA120BA-7D80-0681-D6B2-3450C42B0463}"/>
          </ac:spMkLst>
        </pc:spChg>
        <pc:spChg chg="add mod topLvl">
          <ac:chgData name="Davison, Matthew (Postgraduate Researcher)" userId="dae5e2f2-c972-49ef-af9f-5e652c16689d" providerId="ADAL" clId="{0687260E-0970-413F-80C2-6A1519EC603E}" dt="2025-05-08T17:57:09.854" v="8497" actId="165"/>
          <ac:spMkLst>
            <pc:docMk/>
            <pc:sldMk cId="362455471" sldId="323"/>
            <ac:spMk id="88" creationId="{FB7CBAB1-2517-BB7C-2AA0-AD171E0A4536}"/>
          </ac:spMkLst>
        </pc:spChg>
        <pc:spChg chg="add mod topLvl">
          <ac:chgData name="Davison, Matthew (Postgraduate Researcher)" userId="dae5e2f2-c972-49ef-af9f-5e652c16689d" providerId="ADAL" clId="{0687260E-0970-413F-80C2-6A1519EC603E}" dt="2025-05-08T17:57:09.854" v="8497" actId="165"/>
          <ac:spMkLst>
            <pc:docMk/>
            <pc:sldMk cId="362455471" sldId="323"/>
            <ac:spMk id="89" creationId="{CB2328EB-1350-89E9-774B-507E1ADF2222}"/>
          </ac:spMkLst>
        </pc:spChg>
        <pc:spChg chg="add mod topLvl">
          <ac:chgData name="Davison, Matthew (Postgraduate Researcher)" userId="dae5e2f2-c972-49ef-af9f-5e652c16689d" providerId="ADAL" clId="{0687260E-0970-413F-80C2-6A1519EC603E}" dt="2025-05-08T17:57:09.854" v="8497" actId="165"/>
          <ac:spMkLst>
            <pc:docMk/>
            <pc:sldMk cId="362455471" sldId="323"/>
            <ac:spMk id="90" creationId="{57BD2935-EA65-55CB-76C6-F51E267E8163}"/>
          </ac:spMkLst>
        </pc:spChg>
        <pc:spChg chg="add mod">
          <ac:chgData name="Davison, Matthew (Postgraduate Researcher)" userId="dae5e2f2-c972-49ef-af9f-5e652c16689d" providerId="ADAL" clId="{0687260E-0970-413F-80C2-6A1519EC603E}" dt="2025-05-08T17:42:52.666" v="8319" actId="1076"/>
          <ac:spMkLst>
            <pc:docMk/>
            <pc:sldMk cId="362455471" sldId="323"/>
            <ac:spMk id="91" creationId="{1E08613E-6133-C4EB-7CE6-6C7C9686C561}"/>
          </ac:spMkLst>
        </pc:spChg>
        <pc:spChg chg="mod">
          <ac:chgData name="Davison, Matthew (Postgraduate Researcher)" userId="dae5e2f2-c972-49ef-af9f-5e652c16689d" providerId="ADAL" clId="{0687260E-0970-413F-80C2-6A1519EC603E}" dt="2025-05-08T17:42:05.240" v="8310"/>
          <ac:spMkLst>
            <pc:docMk/>
            <pc:sldMk cId="362455471" sldId="323"/>
            <ac:spMk id="93" creationId="{E6CCBE6D-0546-7DF5-AF67-B4D1BA1C2A46}"/>
          </ac:spMkLst>
        </pc:spChg>
        <pc:spChg chg="mod">
          <ac:chgData name="Davison, Matthew (Postgraduate Researcher)" userId="dae5e2f2-c972-49ef-af9f-5e652c16689d" providerId="ADAL" clId="{0687260E-0970-413F-80C2-6A1519EC603E}" dt="2025-05-08T17:42:05.240" v="8310"/>
          <ac:spMkLst>
            <pc:docMk/>
            <pc:sldMk cId="362455471" sldId="323"/>
            <ac:spMk id="94" creationId="{5D87EE15-AB29-A172-D5C6-AF065D320DB2}"/>
          </ac:spMkLst>
        </pc:spChg>
        <pc:spChg chg="mod">
          <ac:chgData name="Davison, Matthew (Postgraduate Researcher)" userId="dae5e2f2-c972-49ef-af9f-5e652c16689d" providerId="ADAL" clId="{0687260E-0970-413F-80C2-6A1519EC603E}" dt="2025-05-08T17:42:11.490" v="8314" actId="20577"/>
          <ac:spMkLst>
            <pc:docMk/>
            <pc:sldMk cId="362455471" sldId="323"/>
            <ac:spMk id="95" creationId="{4C5F988A-135D-3E4E-3209-5C9D5C7CCB4D}"/>
          </ac:spMkLst>
        </pc:spChg>
        <pc:spChg chg="mod">
          <ac:chgData name="Davison, Matthew (Postgraduate Researcher)" userId="dae5e2f2-c972-49ef-af9f-5e652c16689d" providerId="ADAL" clId="{0687260E-0970-413F-80C2-6A1519EC603E}" dt="2025-05-08T17:43:26.224" v="8321"/>
          <ac:spMkLst>
            <pc:docMk/>
            <pc:sldMk cId="362455471" sldId="323"/>
            <ac:spMk id="97" creationId="{97FF18CC-7BD8-FD40-1FF5-E00BCD14564A}"/>
          </ac:spMkLst>
        </pc:spChg>
        <pc:spChg chg="mod">
          <ac:chgData name="Davison, Matthew (Postgraduate Researcher)" userId="dae5e2f2-c972-49ef-af9f-5e652c16689d" providerId="ADAL" clId="{0687260E-0970-413F-80C2-6A1519EC603E}" dt="2025-05-08T17:43:26.224" v="8321"/>
          <ac:spMkLst>
            <pc:docMk/>
            <pc:sldMk cId="362455471" sldId="323"/>
            <ac:spMk id="98" creationId="{1C54439B-BADD-F0AA-6E28-13DE26E3B842}"/>
          </ac:spMkLst>
        </pc:spChg>
        <pc:spChg chg="mod">
          <ac:chgData name="Davison, Matthew (Postgraduate Researcher)" userId="dae5e2f2-c972-49ef-af9f-5e652c16689d" providerId="ADAL" clId="{0687260E-0970-413F-80C2-6A1519EC603E}" dt="2025-05-08T17:43:55.320" v="8325" actId="20577"/>
          <ac:spMkLst>
            <pc:docMk/>
            <pc:sldMk cId="362455471" sldId="323"/>
            <ac:spMk id="99" creationId="{0341EB5C-46ED-46A3-A76A-A0BEBEF1B8F5}"/>
          </ac:spMkLst>
        </pc:spChg>
        <pc:spChg chg="add mod">
          <ac:chgData name="Davison, Matthew (Postgraduate Researcher)" userId="dae5e2f2-c972-49ef-af9f-5e652c16689d" providerId="ADAL" clId="{0687260E-0970-413F-80C2-6A1519EC603E}" dt="2025-05-08T17:47:17.484" v="8356" actId="1076"/>
          <ac:spMkLst>
            <pc:docMk/>
            <pc:sldMk cId="362455471" sldId="323"/>
            <ac:spMk id="100" creationId="{9D2E27D7-83AA-585E-0C89-750192C77717}"/>
          </ac:spMkLst>
        </pc:spChg>
        <pc:spChg chg="del mod topLvl">
          <ac:chgData name="Davison, Matthew (Postgraduate Researcher)" userId="dae5e2f2-c972-49ef-af9f-5e652c16689d" providerId="ADAL" clId="{0687260E-0970-413F-80C2-6A1519EC603E}" dt="2025-05-08T17:45:09.315" v="8337" actId="478"/>
          <ac:spMkLst>
            <pc:docMk/>
            <pc:sldMk cId="362455471" sldId="323"/>
            <ac:spMk id="102" creationId="{A1F39874-20CC-6B15-575F-AE2F6753A4E4}"/>
          </ac:spMkLst>
        </pc:spChg>
        <pc:spChg chg="del mod topLvl">
          <ac:chgData name="Davison, Matthew (Postgraduate Researcher)" userId="dae5e2f2-c972-49ef-af9f-5e652c16689d" providerId="ADAL" clId="{0687260E-0970-413F-80C2-6A1519EC603E}" dt="2025-05-08T17:45:08.669" v="8336" actId="478"/>
          <ac:spMkLst>
            <pc:docMk/>
            <pc:sldMk cId="362455471" sldId="323"/>
            <ac:spMk id="103" creationId="{02D52302-D40D-7CB2-D46B-A5552F8262F1}"/>
          </ac:spMkLst>
        </pc:spChg>
        <pc:spChg chg="mod topLvl">
          <ac:chgData name="Davison, Matthew (Postgraduate Researcher)" userId="dae5e2f2-c972-49ef-af9f-5e652c16689d" providerId="ADAL" clId="{0687260E-0970-413F-80C2-6A1519EC603E}" dt="2025-05-08T17:50:22.959" v="8416" actId="1076"/>
          <ac:spMkLst>
            <pc:docMk/>
            <pc:sldMk cId="362455471" sldId="323"/>
            <ac:spMk id="104" creationId="{15CA3740-94A6-C45F-9297-3079D2AAF626}"/>
          </ac:spMkLst>
        </pc:spChg>
        <pc:spChg chg="add mod">
          <ac:chgData name="Davison, Matthew (Postgraduate Researcher)" userId="dae5e2f2-c972-49ef-af9f-5e652c16689d" providerId="ADAL" clId="{0687260E-0970-413F-80C2-6A1519EC603E}" dt="2025-05-08T17:54:07.902" v="8469" actId="1076"/>
          <ac:spMkLst>
            <pc:docMk/>
            <pc:sldMk cId="362455471" sldId="323"/>
            <ac:spMk id="108" creationId="{8408C78A-CFE3-21B8-1571-D13585243406}"/>
          </ac:spMkLst>
        </pc:spChg>
        <pc:grpChg chg="del">
          <ac:chgData name="Davison, Matthew (Postgraduate Researcher)" userId="dae5e2f2-c972-49ef-af9f-5e652c16689d" providerId="ADAL" clId="{0687260E-0970-413F-80C2-6A1519EC603E}" dt="2025-05-08T17:29:18.839" v="7886" actId="478"/>
          <ac:grpSpMkLst>
            <pc:docMk/>
            <pc:sldMk cId="362455471" sldId="323"/>
            <ac:grpSpMk id="10" creationId="{D993E055-4232-0180-F100-ED5A3896B2D8}"/>
          </ac:grpSpMkLst>
        </pc:grpChg>
        <pc:grpChg chg="del">
          <ac:chgData name="Davison, Matthew (Postgraduate Researcher)" userId="dae5e2f2-c972-49ef-af9f-5e652c16689d" providerId="ADAL" clId="{0687260E-0970-413F-80C2-6A1519EC603E}" dt="2025-05-08T17:28:26.400" v="7869" actId="478"/>
          <ac:grpSpMkLst>
            <pc:docMk/>
            <pc:sldMk cId="362455471" sldId="323"/>
            <ac:grpSpMk id="21" creationId="{9DA3C4D2-5890-D3EA-BF76-BDD3128CFF2D}"/>
          </ac:grpSpMkLst>
        </pc:grpChg>
        <pc:grpChg chg="del mod">
          <ac:chgData name="Davison, Matthew (Postgraduate Researcher)" userId="dae5e2f2-c972-49ef-af9f-5e652c16689d" providerId="ADAL" clId="{0687260E-0970-413F-80C2-6A1519EC603E}" dt="2025-05-08T17:55:39.088" v="8485" actId="478"/>
          <ac:grpSpMkLst>
            <pc:docMk/>
            <pc:sldMk cId="362455471" sldId="323"/>
            <ac:grpSpMk id="39" creationId="{48F4B118-EAAB-CD99-72D4-E72FF9B9B312}"/>
          </ac:grpSpMkLst>
        </pc:grpChg>
        <pc:grpChg chg="add mod">
          <ac:chgData name="Davison, Matthew (Postgraduate Researcher)" userId="dae5e2f2-c972-49ef-af9f-5e652c16689d" providerId="ADAL" clId="{0687260E-0970-413F-80C2-6A1519EC603E}" dt="2025-05-08T17:51:04.106" v="8420" actId="1076"/>
          <ac:grpSpMkLst>
            <pc:docMk/>
            <pc:sldMk cId="362455471" sldId="323"/>
            <ac:grpSpMk id="64" creationId="{E3792D24-3563-A12C-AE09-828968CDF505}"/>
          </ac:grpSpMkLst>
        </pc:grpChg>
        <pc:grpChg chg="add del mod">
          <ac:chgData name="Davison, Matthew (Postgraduate Researcher)" userId="dae5e2f2-c972-49ef-af9f-5e652c16689d" providerId="ADAL" clId="{0687260E-0970-413F-80C2-6A1519EC603E}" dt="2025-05-08T17:33:57.957" v="8072" actId="478"/>
          <ac:grpSpMkLst>
            <pc:docMk/>
            <pc:sldMk cId="362455471" sldId="323"/>
            <ac:grpSpMk id="65" creationId="{3EDE23CF-CA71-7318-F7AC-7563B0B902D6}"/>
          </ac:grpSpMkLst>
        </pc:grpChg>
        <pc:grpChg chg="add del mod">
          <ac:chgData name="Davison, Matthew (Postgraduate Researcher)" userId="dae5e2f2-c972-49ef-af9f-5e652c16689d" providerId="ADAL" clId="{0687260E-0970-413F-80C2-6A1519EC603E}" dt="2025-05-08T17:33:12.475" v="8060" actId="478"/>
          <ac:grpSpMkLst>
            <pc:docMk/>
            <pc:sldMk cId="362455471" sldId="323"/>
            <ac:grpSpMk id="70" creationId="{58788651-1E18-D44D-427A-853FCA07C72E}"/>
          </ac:grpSpMkLst>
        </pc:grpChg>
        <pc:grpChg chg="add del mod">
          <ac:chgData name="Davison, Matthew (Postgraduate Researcher)" userId="dae5e2f2-c972-49ef-af9f-5e652c16689d" providerId="ADAL" clId="{0687260E-0970-413F-80C2-6A1519EC603E}" dt="2025-05-08T17:33:14.780" v="8061" actId="478"/>
          <ac:grpSpMkLst>
            <pc:docMk/>
            <pc:sldMk cId="362455471" sldId="323"/>
            <ac:grpSpMk id="74" creationId="{E3FA9770-2B06-A4D0-751D-3FF570FDB3FE}"/>
          </ac:grpSpMkLst>
        </pc:grpChg>
        <pc:grpChg chg="add mod">
          <ac:chgData name="Davison, Matthew (Postgraduate Researcher)" userId="dae5e2f2-c972-49ef-af9f-5e652c16689d" providerId="ADAL" clId="{0687260E-0970-413F-80C2-6A1519EC603E}" dt="2025-05-08T17:47:21.579" v="8357" actId="1076"/>
          <ac:grpSpMkLst>
            <pc:docMk/>
            <pc:sldMk cId="362455471" sldId="323"/>
            <ac:grpSpMk id="92" creationId="{3A58921D-B935-B265-744A-D81F6544E370}"/>
          </ac:grpSpMkLst>
        </pc:grpChg>
        <pc:grpChg chg="add mod">
          <ac:chgData name="Davison, Matthew (Postgraduate Researcher)" userId="dae5e2f2-c972-49ef-af9f-5e652c16689d" providerId="ADAL" clId="{0687260E-0970-413F-80C2-6A1519EC603E}" dt="2025-05-08T17:47:17.484" v="8356" actId="1076"/>
          <ac:grpSpMkLst>
            <pc:docMk/>
            <pc:sldMk cId="362455471" sldId="323"/>
            <ac:grpSpMk id="96" creationId="{00C8B8D6-73C7-213D-E742-9C033FAEF7AD}"/>
          </ac:grpSpMkLst>
        </pc:grpChg>
        <pc:grpChg chg="add del mod">
          <ac:chgData name="Davison, Matthew (Postgraduate Researcher)" userId="dae5e2f2-c972-49ef-af9f-5e652c16689d" providerId="ADAL" clId="{0687260E-0970-413F-80C2-6A1519EC603E}" dt="2025-05-08T17:45:06.300" v="8335" actId="165"/>
          <ac:grpSpMkLst>
            <pc:docMk/>
            <pc:sldMk cId="362455471" sldId="323"/>
            <ac:grpSpMk id="101" creationId="{69CFA9C0-593A-1D00-9856-0C3BDC7BB82E}"/>
          </ac:grpSpMkLst>
        </pc:grpChg>
        <pc:grpChg chg="mod">
          <ac:chgData name="Davison, Matthew (Postgraduate Researcher)" userId="dae5e2f2-c972-49ef-af9f-5e652c16689d" providerId="ADAL" clId="{0687260E-0970-413F-80C2-6A1519EC603E}" dt="2025-05-08T17:48:32.905" v="8371" actId="1076"/>
          <ac:grpSpMkLst>
            <pc:docMk/>
            <pc:sldMk cId="362455471" sldId="323"/>
            <ac:grpSpMk id="109" creationId="{E4ABC7FE-0C2D-4804-C560-B888E09FD1EE}"/>
          </ac:grpSpMkLst>
        </pc:grpChg>
        <pc:grpChg chg="add del mod ord">
          <ac:chgData name="Davison, Matthew (Postgraduate Researcher)" userId="dae5e2f2-c972-49ef-af9f-5e652c16689d" providerId="ADAL" clId="{0687260E-0970-413F-80C2-6A1519EC603E}" dt="2025-05-08T17:55:16.847" v="8482" actId="165"/>
          <ac:grpSpMkLst>
            <pc:docMk/>
            <pc:sldMk cId="362455471" sldId="323"/>
            <ac:grpSpMk id="149" creationId="{BB902616-EB79-8304-4673-3A031654C375}"/>
          </ac:grpSpMkLst>
        </pc:grpChg>
        <pc:cxnChg chg="del">
          <ac:chgData name="Davison, Matthew (Postgraduate Researcher)" userId="dae5e2f2-c972-49ef-af9f-5e652c16689d" providerId="ADAL" clId="{0687260E-0970-413F-80C2-6A1519EC603E}" dt="2025-05-08T17:28:36.716" v="7876" actId="478"/>
          <ac:cxnSpMkLst>
            <pc:docMk/>
            <pc:sldMk cId="362455471" sldId="323"/>
            <ac:cxnSpMk id="7" creationId="{270B3C7C-7EE2-DAEB-31DA-846D56E6EA3A}"/>
          </ac:cxnSpMkLst>
        </pc:cxnChg>
        <pc:cxnChg chg="del">
          <ac:chgData name="Davison, Matthew (Postgraduate Researcher)" userId="dae5e2f2-c972-49ef-af9f-5e652c16689d" providerId="ADAL" clId="{0687260E-0970-413F-80C2-6A1519EC603E}" dt="2025-05-08T17:28:36.009" v="7875" actId="478"/>
          <ac:cxnSpMkLst>
            <pc:docMk/>
            <pc:sldMk cId="362455471" sldId="323"/>
            <ac:cxnSpMk id="8" creationId="{6B9BBDD2-B76C-8973-0FD4-494E6E9B332B}"/>
          </ac:cxnSpMkLst>
        </pc:cxnChg>
        <pc:cxnChg chg="del mod">
          <ac:chgData name="Davison, Matthew (Postgraduate Researcher)" userId="dae5e2f2-c972-49ef-af9f-5e652c16689d" providerId="ADAL" clId="{0687260E-0970-413F-80C2-6A1519EC603E}" dt="2025-05-08T17:29:13.033" v="7884" actId="478"/>
          <ac:cxnSpMkLst>
            <pc:docMk/>
            <pc:sldMk cId="362455471" sldId="323"/>
            <ac:cxnSpMk id="26" creationId="{49A51E62-E24C-569F-8BA1-1E6CF2D14D42}"/>
          </ac:cxnSpMkLst>
        </pc:cxnChg>
        <pc:cxnChg chg="del">
          <ac:chgData name="Davison, Matthew (Postgraduate Researcher)" userId="dae5e2f2-c972-49ef-af9f-5e652c16689d" providerId="ADAL" clId="{0687260E-0970-413F-80C2-6A1519EC603E}" dt="2025-05-08T17:28:49.973" v="7879" actId="478"/>
          <ac:cxnSpMkLst>
            <pc:docMk/>
            <pc:sldMk cId="362455471" sldId="323"/>
            <ac:cxnSpMk id="27" creationId="{7E638913-3436-24A5-F3A8-4E9BCA04B034}"/>
          </ac:cxnSpMkLst>
        </pc:cxnChg>
        <pc:cxnChg chg="del">
          <ac:chgData name="Davison, Matthew (Postgraduate Researcher)" userId="dae5e2f2-c972-49ef-af9f-5e652c16689d" providerId="ADAL" clId="{0687260E-0970-413F-80C2-6A1519EC603E}" dt="2025-05-08T17:28:49.973" v="7879" actId="478"/>
          <ac:cxnSpMkLst>
            <pc:docMk/>
            <pc:sldMk cId="362455471" sldId="323"/>
            <ac:cxnSpMk id="28" creationId="{AC59429D-7FD6-A0A4-1359-588B4262604B}"/>
          </ac:cxnSpMkLst>
        </pc:cxnChg>
        <pc:cxnChg chg="del">
          <ac:chgData name="Davison, Matthew (Postgraduate Researcher)" userId="dae5e2f2-c972-49ef-af9f-5e652c16689d" providerId="ADAL" clId="{0687260E-0970-413F-80C2-6A1519EC603E}" dt="2025-05-08T17:29:18.839" v="7886" actId="478"/>
          <ac:cxnSpMkLst>
            <pc:docMk/>
            <pc:sldMk cId="362455471" sldId="323"/>
            <ac:cxnSpMk id="29" creationId="{233F0335-2F6C-62AC-CCF5-5611063DB7CB}"/>
          </ac:cxnSpMkLst>
        </pc:cxnChg>
        <pc:cxnChg chg="del mod">
          <ac:chgData name="Davison, Matthew (Postgraduate Researcher)" userId="dae5e2f2-c972-49ef-af9f-5e652c16689d" providerId="ADAL" clId="{0687260E-0970-413F-80C2-6A1519EC603E}" dt="2025-05-08T17:33:22.053" v="8062" actId="478"/>
          <ac:cxnSpMkLst>
            <pc:docMk/>
            <pc:sldMk cId="362455471" sldId="323"/>
            <ac:cxnSpMk id="30" creationId="{680842B4-93BF-8DD4-AFB1-37D8360AE423}"/>
          </ac:cxnSpMkLst>
        </pc:cxnChg>
        <pc:cxnChg chg="del">
          <ac:chgData name="Davison, Matthew (Postgraduate Researcher)" userId="dae5e2f2-c972-49ef-af9f-5e652c16689d" providerId="ADAL" clId="{0687260E-0970-413F-80C2-6A1519EC603E}" dt="2025-05-08T17:28:49.973" v="7879" actId="478"/>
          <ac:cxnSpMkLst>
            <pc:docMk/>
            <pc:sldMk cId="362455471" sldId="323"/>
            <ac:cxnSpMk id="31" creationId="{A33134DD-EFF7-9CBC-4F15-BFA53A0A8107}"/>
          </ac:cxnSpMkLst>
        </pc:cxnChg>
        <pc:cxnChg chg="del mod">
          <ac:chgData name="Davison, Matthew (Postgraduate Researcher)" userId="dae5e2f2-c972-49ef-af9f-5e652c16689d" providerId="ADAL" clId="{0687260E-0970-413F-80C2-6A1519EC603E}" dt="2025-05-08T17:55:39.088" v="8485" actId="478"/>
          <ac:cxnSpMkLst>
            <pc:docMk/>
            <pc:sldMk cId="362455471" sldId="323"/>
            <ac:cxnSpMk id="32" creationId="{0FBE3628-4B96-8156-C625-3843F2CF6FE6}"/>
          </ac:cxnSpMkLst>
        </pc:cxnChg>
        <pc:cxnChg chg="del mod">
          <ac:chgData name="Davison, Matthew (Postgraduate Researcher)" userId="dae5e2f2-c972-49ef-af9f-5e652c16689d" providerId="ADAL" clId="{0687260E-0970-413F-80C2-6A1519EC603E}" dt="2025-05-08T17:55:39.088" v="8485" actId="478"/>
          <ac:cxnSpMkLst>
            <pc:docMk/>
            <pc:sldMk cId="362455471" sldId="323"/>
            <ac:cxnSpMk id="34" creationId="{1DA7C25C-BD67-39E1-2685-E659B9C7BBBC}"/>
          </ac:cxnSpMkLst>
        </pc:cxnChg>
        <pc:cxnChg chg="del">
          <ac:chgData name="Davison, Matthew (Postgraduate Researcher)" userId="dae5e2f2-c972-49ef-af9f-5e652c16689d" providerId="ADAL" clId="{0687260E-0970-413F-80C2-6A1519EC603E}" dt="2025-05-08T17:55:39.088" v="8485" actId="478"/>
          <ac:cxnSpMkLst>
            <pc:docMk/>
            <pc:sldMk cId="362455471" sldId="323"/>
            <ac:cxnSpMk id="35" creationId="{8E4B0587-F66B-70EA-8895-59EB83A110E8}"/>
          </ac:cxnSpMkLst>
        </pc:cxnChg>
        <pc:cxnChg chg="del mod">
          <ac:chgData name="Davison, Matthew (Postgraduate Researcher)" userId="dae5e2f2-c972-49ef-af9f-5e652c16689d" providerId="ADAL" clId="{0687260E-0970-413F-80C2-6A1519EC603E}" dt="2025-05-08T17:55:39.088" v="8485" actId="478"/>
          <ac:cxnSpMkLst>
            <pc:docMk/>
            <pc:sldMk cId="362455471" sldId="323"/>
            <ac:cxnSpMk id="53" creationId="{32A0CA3D-7AD4-D956-ED3F-2F935080FEAB}"/>
          </ac:cxnSpMkLst>
        </pc:cxnChg>
        <pc:cxnChg chg="del mod">
          <ac:chgData name="Davison, Matthew (Postgraduate Researcher)" userId="dae5e2f2-c972-49ef-af9f-5e652c16689d" providerId="ADAL" clId="{0687260E-0970-413F-80C2-6A1519EC603E}" dt="2025-05-08T17:55:39.088" v="8485" actId="478"/>
          <ac:cxnSpMkLst>
            <pc:docMk/>
            <pc:sldMk cId="362455471" sldId="323"/>
            <ac:cxnSpMk id="54" creationId="{6AB3875D-9C0B-ACED-1C07-1105535DE063}"/>
          </ac:cxnSpMkLst>
        </pc:cxnChg>
        <pc:cxnChg chg="del mod">
          <ac:chgData name="Davison, Matthew (Postgraduate Researcher)" userId="dae5e2f2-c972-49ef-af9f-5e652c16689d" providerId="ADAL" clId="{0687260E-0970-413F-80C2-6A1519EC603E}" dt="2025-05-08T17:28:33.016" v="7873" actId="478"/>
          <ac:cxnSpMkLst>
            <pc:docMk/>
            <pc:sldMk cId="362455471" sldId="323"/>
            <ac:cxnSpMk id="58" creationId="{7F64EC08-FF40-C4F3-66B1-FC15BF5BA599}"/>
          </ac:cxnSpMkLst>
        </pc:cxnChg>
        <pc:cxnChg chg="add mod">
          <ac:chgData name="Davison, Matthew (Postgraduate Researcher)" userId="dae5e2f2-c972-49ef-af9f-5e652c16689d" providerId="ADAL" clId="{0687260E-0970-413F-80C2-6A1519EC603E}" dt="2025-05-08T17:55:46.215" v="8486" actId="14100"/>
          <ac:cxnSpMkLst>
            <pc:docMk/>
            <pc:sldMk cId="362455471" sldId="323"/>
            <ac:cxnSpMk id="107" creationId="{1A70D544-ECC4-595C-1FE6-7E3CE8642393}"/>
          </ac:cxnSpMkLst>
        </pc:cxnChg>
        <pc:cxnChg chg="add mod topLvl">
          <ac:chgData name="Davison, Matthew (Postgraduate Researcher)" userId="dae5e2f2-c972-49ef-af9f-5e652c16689d" providerId="ADAL" clId="{0687260E-0970-413F-80C2-6A1519EC603E}" dt="2025-05-08T17:55:16.847" v="8482" actId="165"/>
          <ac:cxnSpMkLst>
            <pc:docMk/>
            <pc:sldMk cId="362455471" sldId="323"/>
            <ac:cxnSpMk id="112" creationId="{9D2C6FBF-ED4E-323B-283E-7BB612D040C6}"/>
          </ac:cxnSpMkLst>
        </pc:cxnChg>
        <pc:cxnChg chg="add mod">
          <ac:chgData name="Davison, Matthew (Postgraduate Researcher)" userId="dae5e2f2-c972-49ef-af9f-5e652c16689d" providerId="ADAL" clId="{0687260E-0970-413F-80C2-6A1519EC603E}" dt="2025-05-08T17:51:47.227" v="8430" actId="14100"/>
          <ac:cxnSpMkLst>
            <pc:docMk/>
            <pc:sldMk cId="362455471" sldId="323"/>
            <ac:cxnSpMk id="116" creationId="{8D20F71A-5110-D78C-1CB5-FC9F0D878DA5}"/>
          </ac:cxnSpMkLst>
        </pc:cxnChg>
        <pc:cxnChg chg="add mod topLvl">
          <ac:chgData name="Davison, Matthew (Postgraduate Researcher)" userId="dae5e2f2-c972-49ef-af9f-5e652c16689d" providerId="ADAL" clId="{0687260E-0970-413F-80C2-6A1519EC603E}" dt="2025-05-08T17:55:16.847" v="8482" actId="165"/>
          <ac:cxnSpMkLst>
            <pc:docMk/>
            <pc:sldMk cId="362455471" sldId="323"/>
            <ac:cxnSpMk id="119" creationId="{5BA2F548-1F18-1DFC-DDB6-779DD6F7F8D5}"/>
          </ac:cxnSpMkLst>
        </pc:cxnChg>
        <pc:cxnChg chg="add mod topLvl">
          <ac:chgData name="Davison, Matthew (Postgraduate Researcher)" userId="dae5e2f2-c972-49ef-af9f-5e652c16689d" providerId="ADAL" clId="{0687260E-0970-413F-80C2-6A1519EC603E}" dt="2025-05-08T17:55:16.847" v="8482" actId="165"/>
          <ac:cxnSpMkLst>
            <pc:docMk/>
            <pc:sldMk cId="362455471" sldId="323"/>
            <ac:cxnSpMk id="120" creationId="{BC0A9C77-6383-A516-711E-4D0A8EDF8F67}"/>
          </ac:cxnSpMkLst>
        </pc:cxnChg>
        <pc:cxnChg chg="add mod topLvl">
          <ac:chgData name="Davison, Matthew (Postgraduate Researcher)" userId="dae5e2f2-c972-49ef-af9f-5e652c16689d" providerId="ADAL" clId="{0687260E-0970-413F-80C2-6A1519EC603E}" dt="2025-05-08T17:55:16.847" v="8482" actId="165"/>
          <ac:cxnSpMkLst>
            <pc:docMk/>
            <pc:sldMk cId="362455471" sldId="323"/>
            <ac:cxnSpMk id="123" creationId="{50AC67BD-88F6-D0F9-24E7-8780E81ECEFE}"/>
          </ac:cxnSpMkLst>
        </pc:cxnChg>
        <pc:cxnChg chg="add mod">
          <ac:chgData name="Davison, Matthew (Postgraduate Researcher)" userId="dae5e2f2-c972-49ef-af9f-5e652c16689d" providerId="ADAL" clId="{0687260E-0970-413F-80C2-6A1519EC603E}" dt="2025-05-08T17:52:25.113" v="8442" actId="14100"/>
          <ac:cxnSpMkLst>
            <pc:docMk/>
            <pc:sldMk cId="362455471" sldId="323"/>
            <ac:cxnSpMk id="124" creationId="{1B82ADE1-00D0-87EB-4D92-8ED584E14B20}"/>
          </ac:cxnSpMkLst>
        </pc:cxnChg>
        <pc:cxnChg chg="add mod">
          <ac:chgData name="Davison, Matthew (Postgraduate Researcher)" userId="dae5e2f2-c972-49ef-af9f-5e652c16689d" providerId="ADAL" clId="{0687260E-0970-413F-80C2-6A1519EC603E}" dt="2025-05-08T17:52:53.554" v="8447" actId="14100"/>
          <ac:cxnSpMkLst>
            <pc:docMk/>
            <pc:sldMk cId="362455471" sldId="323"/>
            <ac:cxnSpMk id="126" creationId="{5ADC0836-3860-F320-D43D-74437A224E47}"/>
          </ac:cxnSpMkLst>
        </pc:cxnChg>
        <pc:cxnChg chg="add mod">
          <ac:chgData name="Davison, Matthew (Postgraduate Researcher)" userId="dae5e2f2-c972-49ef-af9f-5e652c16689d" providerId="ADAL" clId="{0687260E-0970-413F-80C2-6A1519EC603E}" dt="2025-05-08T17:53:07.187" v="8449" actId="1076"/>
          <ac:cxnSpMkLst>
            <pc:docMk/>
            <pc:sldMk cId="362455471" sldId="323"/>
            <ac:cxnSpMk id="128" creationId="{420D1227-8A14-F13C-7CEB-743D0804BE5C}"/>
          </ac:cxnSpMkLst>
        </pc:cxnChg>
        <pc:cxnChg chg="add mod topLvl">
          <ac:chgData name="Davison, Matthew (Postgraduate Researcher)" userId="dae5e2f2-c972-49ef-af9f-5e652c16689d" providerId="ADAL" clId="{0687260E-0970-413F-80C2-6A1519EC603E}" dt="2025-05-08T17:55:16.847" v="8482" actId="165"/>
          <ac:cxnSpMkLst>
            <pc:docMk/>
            <pc:sldMk cId="362455471" sldId="323"/>
            <ac:cxnSpMk id="129" creationId="{5472691E-4153-89AE-04CD-3D3FBEF97550}"/>
          </ac:cxnSpMkLst>
        </pc:cxnChg>
        <pc:cxnChg chg="add mod topLvl">
          <ac:chgData name="Davison, Matthew (Postgraduate Researcher)" userId="dae5e2f2-c972-49ef-af9f-5e652c16689d" providerId="ADAL" clId="{0687260E-0970-413F-80C2-6A1519EC603E}" dt="2025-05-08T17:55:34.097" v="8484" actId="14100"/>
          <ac:cxnSpMkLst>
            <pc:docMk/>
            <pc:sldMk cId="362455471" sldId="323"/>
            <ac:cxnSpMk id="130" creationId="{B14C9769-AE7F-F519-7198-FD13CAED1E8F}"/>
          </ac:cxnSpMkLst>
        </pc:cxnChg>
        <pc:cxnChg chg="add mod topLvl">
          <ac:chgData name="Davison, Matthew (Postgraduate Researcher)" userId="dae5e2f2-c972-49ef-af9f-5e652c16689d" providerId="ADAL" clId="{0687260E-0970-413F-80C2-6A1519EC603E}" dt="2025-05-08T17:55:16.847" v="8482" actId="165"/>
          <ac:cxnSpMkLst>
            <pc:docMk/>
            <pc:sldMk cId="362455471" sldId="323"/>
            <ac:cxnSpMk id="134" creationId="{F7BE52F3-AC55-0FA7-887F-254EA852E1AC}"/>
          </ac:cxnSpMkLst>
        </pc:cxnChg>
        <pc:cxnChg chg="add mod topLvl">
          <ac:chgData name="Davison, Matthew (Postgraduate Researcher)" userId="dae5e2f2-c972-49ef-af9f-5e652c16689d" providerId="ADAL" clId="{0687260E-0970-413F-80C2-6A1519EC603E}" dt="2025-05-08T17:55:16.847" v="8482" actId="165"/>
          <ac:cxnSpMkLst>
            <pc:docMk/>
            <pc:sldMk cId="362455471" sldId="323"/>
            <ac:cxnSpMk id="138" creationId="{23261A47-8C5D-F335-5902-BAC4B639F1F3}"/>
          </ac:cxnSpMkLst>
        </pc:cxnChg>
        <pc:cxnChg chg="add mod">
          <ac:chgData name="Davison, Matthew (Postgraduate Researcher)" userId="dae5e2f2-c972-49ef-af9f-5e652c16689d" providerId="ADAL" clId="{0687260E-0970-413F-80C2-6A1519EC603E}" dt="2025-05-08T17:54:13.795" v="8470" actId="14100"/>
          <ac:cxnSpMkLst>
            <pc:docMk/>
            <pc:sldMk cId="362455471" sldId="323"/>
            <ac:cxnSpMk id="139" creationId="{2CB913AC-EB72-C9DF-CD66-5CBBD5A5A3E8}"/>
          </ac:cxnSpMkLst>
        </pc:cxnChg>
        <pc:cxnChg chg="add mod topLvl">
          <ac:chgData name="Davison, Matthew (Postgraduate Researcher)" userId="dae5e2f2-c972-49ef-af9f-5e652c16689d" providerId="ADAL" clId="{0687260E-0970-413F-80C2-6A1519EC603E}" dt="2025-05-08T17:55:16.847" v="8482" actId="165"/>
          <ac:cxnSpMkLst>
            <pc:docMk/>
            <pc:sldMk cId="362455471" sldId="323"/>
            <ac:cxnSpMk id="144" creationId="{8E72C4A7-DD87-4144-F1FE-3143C44E8FD0}"/>
          </ac:cxnSpMkLst>
        </pc:cxnChg>
        <pc:cxnChg chg="add mod">
          <ac:chgData name="Davison, Matthew (Postgraduate Researcher)" userId="dae5e2f2-c972-49ef-af9f-5e652c16689d" providerId="ADAL" clId="{0687260E-0970-413F-80C2-6A1519EC603E}" dt="2025-05-08T17:54:50.411" v="8479" actId="1582"/>
          <ac:cxnSpMkLst>
            <pc:docMk/>
            <pc:sldMk cId="362455471" sldId="323"/>
            <ac:cxnSpMk id="147" creationId="{0194D36D-79E6-A824-01A7-FE078DF10DEF}"/>
          </ac:cxnSpMkLst>
        </pc:cxnChg>
        <pc:cxnChg chg="add mod">
          <ac:chgData name="Davison, Matthew (Postgraduate Researcher)" userId="dae5e2f2-c972-49ef-af9f-5e652c16689d" providerId="ADAL" clId="{0687260E-0970-413F-80C2-6A1519EC603E}" dt="2025-05-08T17:56:01.950" v="8491" actId="14100"/>
          <ac:cxnSpMkLst>
            <pc:docMk/>
            <pc:sldMk cId="362455471" sldId="323"/>
            <ac:cxnSpMk id="153" creationId="{2AAF3446-AEF0-BB38-C7ED-9BF95EDD2EAC}"/>
          </ac:cxnSpMkLst>
        </pc:cxnChg>
      </pc:sldChg>
      <pc:sldChg chg="addSp delSp modSp add mod">
        <pc:chgData name="Davison, Matthew (Postgraduate Researcher)" userId="dae5e2f2-c972-49ef-af9f-5e652c16689d" providerId="ADAL" clId="{0687260E-0970-413F-80C2-6A1519EC603E}" dt="2025-05-09T09:50:51.679" v="8561" actId="1076"/>
        <pc:sldMkLst>
          <pc:docMk/>
          <pc:sldMk cId="1230359592" sldId="324"/>
        </pc:sldMkLst>
        <pc:spChg chg="mod">
          <ac:chgData name="Davison, Matthew (Postgraduate Researcher)" userId="dae5e2f2-c972-49ef-af9f-5e652c16689d" providerId="ADAL" clId="{0687260E-0970-413F-80C2-6A1519EC603E}" dt="2025-05-09T09:46:14.466" v="8558" actId="20577"/>
          <ac:spMkLst>
            <pc:docMk/>
            <pc:sldMk cId="1230359592" sldId="324"/>
            <ac:spMk id="2" creationId="{FF751288-CB90-BDF2-A99C-E72C4467F562}"/>
          </ac:spMkLst>
        </pc:spChg>
        <pc:picChg chg="add mod">
          <ac:chgData name="Davison, Matthew (Postgraduate Researcher)" userId="dae5e2f2-c972-49ef-af9f-5e652c16689d" providerId="ADAL" clId="{0687260E-0970-413F-80C2-6A1519EC603E}" dt="2025-05-09T09:50:51.679" v="8561" actId="1076"/>
          <ac:picMkLst>
            <pc:docMk/>
            <pc:sldMk cId="1230359592" sldId="324"/>
            <ac:picMk id="5" creationId="{9412E825-7378-1CA7-F6BF-18CF9D4EAD56}"/>
          </ac:picMkLst>
        </pc:picChg>
        <pc:picChg chg="del">
          <ac:chgData name="Davison, Matthew (Postgraduate Researcher)" userId="dae5e2f2-c972-49ef-af9f-5e652c16689d" providerId="ADAL" clId="{0687260E-0970-413F-80C2-6A1519EC603E}" dt="2025-05-09T09:46:29.681" v="8559" actId="478"/>
          <ac:picMkLst>
            <pc:docMk/>
            <pc:sldMk cId="1230359592" sldId="324"/>
            <ac:picMk id="8" creationId="{7BFC1B49-F0F4-A035-C44B-EAF89CDB6D82}"/>
          </ac:picMkLst>
        </pc:picChg>
      </pc:sldChg>
    </pc:docChg>
  </pc:docChgLst>
  <pc:docChgLst>
    <pc:chgData name="Davison, Matthew (Postgraduate Researcher)" userId="dae5e2f2-c972-49ef-af9f-5e652c16689d" providerId="ADAL" clId="{04590A3C-9D3C-4E5D-8E1A-008C3514365D}"/>
    <pc:docChg chg="undo custSel addSld modSld">
      <pc:chgData name="Davison, Matthew (Postgraduate Researcher)" userId="dae5e2f2-c972-49ef-af9f-5e652c16689d" providerId="ADAL" clId="{04590A3C-9D3C-4E5D-8E1A-008C3514365D}" dt="2025-04-28T23:20:32.252" v="830" actId="688"/>
      <pc:docMkLst>
        <pc:docMk/>
      </pc:docMkLst>
      <pc:sldChg chg="modSp mod">
        <pc:chgData name="Davison, Matthew (Postgraduate Researcher)" userId="dae5e2f2-c972-49ef-af9f-5e652c16689d" providerId="ADAL" clId="{04590A3C-9D3C-4E5D-8E1A-008C3514365D}" dt="2025-04-24T10:43:01.856" v="97" actId="20577"/>
        <pc:sldMkLst>
          <pc:docMk/>
          <pc:sldMk cId="3199457805" sldId="256"/>
        </pc:sldMkLst>
        <pc:spChg chg="mod">
          <ac:chgData name="Davison, Matthew (Postgraduate Researcher)" userId="dae5e2f2-c972-49ef-af9f-5e652c16689d" providerId="ADAL" clId="{04590A3C-9D3C-4E5D-8E1A-008C3514365D}" dt="2025-04-24T10:43:01.856" v="97" actId="20577"/>
          <ac:spMkLst>
            <pc:docMk/>
            <pc:sldMk cId="3199457805" sldId="256"/>
            <ac:spMk id="2" creationId="{64DDAB9E-C50D-D748-5DAB-116D456DD688}"/>
          </ac:spMkLst>
        </pc:spChg>
        <pc:spChg chg="mod">
          <ac:chgData name="Davison, Matthew (Postgraduate Researcher)" userId="dae5e2f2-c972-49ef-af9f-5e652c16689d" providerId="ADAL" clId="{04590A3C-9D3C-4E5D-8E1A-008C3514365D}" dt="2025-04-24T10:35:30.413" v="96" actId="20577"/>
          <ac:spMkLst>
            <pc:docMk/>
            <pc:sldMk cId="3199457805" sldId="256"/>
            <ac:spMk id="3" creationId="{258A7059-394F-8237-8DFF-7CF3896CD9CA}"/>
          </ac:spMkLst>
        </pc:spChg>
      </pc:sldChg>
      <pc:sldChg chg="modSp new mod">
        <pc:chgData name="Davison, Matthew (Postgraduate Researcher)" userId="dae5e2f2-c972-49ef-af9f-5e652c16689d" providerId="ADAL" clId="{04590A3C-9D3C-4E5D-8E1A-008C3514365D}" dt="2025-04-24T10:46:16.404" v="139" actId="20577"/>
        <pc:sldMkLst>
          <pc:docMk/>
          <pc:sldMk cId="2650930582" sldId="302"/>
        </pc:sldMkLst>
        <pc:spChg chg="mod">
          <ac:chgData name="Davison, Matthew (Postgraduate Researcher)" userId="dae5e2f2-c972-49ef-af9f-5e652c16689d" providerId="ADAL" clId="{04590A3C-9D3C-4E5D-8E1A-008C3514365D}" dt="2025-04-24T10:46:16.404" v="139" actId="20577"/>
          <ac:spMkLst>
            <pc:docMk/>
            <pc:sldMk cId="2650930582" sldId="302"/>
            <ac:spMk id="2" creationId="{A124D9C7-8FB2-F4B4-D397-DE4604D34600}"/>
          </ac:spMkLst>
        </pc:spChg>
      </pc:sldChg>
      <pc:sldChg chg="addSp delSp modSp new mod">
        <pc:chgData name="Davison, Matthew (Postgraduate Researcher)" userId="dae5e2f2-c972-49ef-af9f-5e652c16689d" providerId="ADAL" clId="{04590A3C-9D3C-4E5D-8E1A-008C3514365D}" dt="2025-04-24T10:59:20.099" v="530" actId="113"/>
        <pc:sldMkLst>
          <pc:docMk/>
          <pc:sldMk cId="1077584733" sldId="303"/>
        </pc:sldMkLst>
        <pc:spChg chg="mod">
          <ac:chgData name="Davison, Matthew (Postgraduate Researcher)" userId="dae5e2f2-c972-49ef-af9f-5e652c16689d" providerId="ADAL" clId="{04590A3C-9D3C-4E5D-8E1A-008C3514365D}" dt="2025-04-24T10:50:54.384" v="346" actId="20577"/>
          <ac:spMkLst>
            <pc:docMk/>
            <pc:sldMk cId="1077584733" sldId="303"/>
            <ac:spMk id="2" creationId="{BD831961-D7A5-C03A-587A-A581A12C37ED}"/>
          </ac:spMkLst>
        </pc:spChg>
        <pc:spChg chg="add mod">
          <ac:chgData name="Davison, Matthew (Postgraduate Researcher)" userId="dae5e2f2-c972-49ef-af9f-5e652c16689d" providerId="ADAL" clId="{04590A3C-9D3C-4E5D-8E1A-008C3514365D}" dt="2025-04-24T10:59:20.099" v="530" actId="113"/>
          <ac:spMkLst>
            <pc:docMk/>
            <pc:sldMk cId="1077584733" sldId="303"/>
            <ac:spMk id="7" creationId="{969BFC1D-9C2E-C5B1-E75B-2E5ECFF1960D}"/>
          </ac:spMkLst>
        </pc:spChg>
      </pc:sldChg>
      <pc:sldChg chg="modSp new mod">
        <pc:chgData name="Davison, Matthew (Postgraduate Researcher)" userId="dae5e2f2-c972-49ef-af9f-5e652c16689d" providerId="ADAL" clId="{04590A3C-9D3C-4E5D-8E1A-008C3514365D}" dt="2025-04-24T10:47:49.213" v="218" actId="20577"/>
        <pc:sldMkLst>
          <pc:docMk/>
          <pc:sldMk cId="731028992" sldId="304"/>
        </pc:sldMkLst>
        <pc:spChg chg="mod">
          <ac:chgData name="Davison, Matthew (Postgraduate Researcher)" userId="dae5e2f2-c972-49ef-af9f-5e652c16689d" providerId="ADAL" clId="{04590A3C-9D3C-4E5D-8E1A-008C3514365D}" dt="2025-04-24T10:47:49.213" v="218" actId="20577"/>
          <ac:spMkLst>
            <pc:docMk/>
            <pc:sldMk cId="731028992" sldId="304"/>
            <ac:spMk id="2" creationId="{4E530441-4839-F03B-16C2-A077968F5C3F}"/>
          </ac:spMkLst>
        </pc:spChg>
      </pc:sldChg>
      <pc:sldChg chg="addSp delSp modSp new mod">
        <pc:chgData name="Davison, Matthew (Postgraduate Researcher)" userId="dae5e2f2-c972-49ef-af9f-5e652c16689d" providerId="ADAL" clId="{04590A3C-9D3C-4E5D-8E1A-008C3514365D}" dt="2025-04-28T23:20:32.252" v="830" actId="688"/>
        <pc:sldMkLst>
          <pc:docMk/>
          <pc:sldMk cId="3510987530" sldId="305"/>
        </pc:sldMkLst>
        <pc:spChg chg="mod">
          <ac:chgData name="Davison, Matthew (Postgraduate Researcher)" userId="dae5e2f2-c972-49ef-af9f-5e652c16689d" providerId="ADAL" clId="{04590A3C-9D3C-4E5D-8E1A-008C3514365D}" dt="2025-04-24T10:48:15.036" v="250" actId="20577"/>
          <ac:spMkLst>
            <pc:docMk/>
            <pc:sldMk cId="3510987530" sldId="305"/>
            <ac:spMk id="2" creationId="{AA78C45E-379B-10AB-6EC0-65EBD55D68F1}"/>
          </ac:spMkLst>
        </pc:spChg>
      </pc:sldChg>
      <pc:sldChg chg="modSp add mod">
        <pc:chgData name="Davison, Matthew (Postgraduate Researcher)" userId="dae5e2f2-c972-49ef-af9f-5e652c16689d" providerId="ADAL" clId="{04590A3C-9D3C-4E5D-8E1A-008C3514365D}" dt="2025-04-24T11:13:40.231" v="776" actId="20577"/>
        <pc:sldMkLst>
          <pc:docMk/>
          <pc:sldMk cId="783246477" sldId="306"/>
        </pc:sldMkLst>
        <pc:spChg chg="mod">
          <ac:chgData name="Davison, Matthew (Postgraduate Researcher)" userId="dae5e2f2-c972-49ef-af9f-5e652c16689d" providerId="ADAL" clId="{04590A3C-9D3C-4E5D-8E1A-008C3514365D}" dt="2025-04-24T11:00:16.518" v="533" actId="20577"/>
          <ac:spMkLst>
            <pc:docMk/>
            <pc:sldMk cId="783246477" sldId="306"/>
            <ac:spMk id="2" creationId="{C1A5A9B2-7A36-DB7C-F401-312F6B94C1F4}"/>
          </ac:spMkLst>
        </pc:spChg>
        <pc:spChg chg="mod">
          <ac:chgData name="Davison, Matthew (Postgraduate Researcher)" userId="dae5e2f2-c972-49ef-af9f-5e652c16689d" providerId="ADAL" clId="{04590A3C-9D3C-4E5D-8E1A-008C3514365D}" dt="2025-04-24T11:13:40.231" v="776" actId="20577"/>
          <ac:spMkLst>
            <pc:docMk/>
            <pc:sldMk cId="783246477" sldId="306"/>
            <ac:spMk id="7" creationId="{8249EF7C-C6CC-AE53-1FDD-77AA2D22D98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D0A1D-C3C1-4B0F-A12C-322F8756D9BD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0E5DB1-5B36-4E43-B561-2033D8CA1E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387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0E5DB1-5B36-4E43-B561-2033D8CA1E5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2214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74D88-F669-322F-0905-A72635AAC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F05E37-3A6E-12D2-9F2F-5B79EA10C9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492B8-989A-F42F-9E43-C0F140A28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8E8F-55B9-4840-B4E5-DBDF8EAEB0E1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5744D-B4B9-CDAA-4A2F-75D4F840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3CEAE-4AD7-4A67-410A-15C1C464D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D665B-6ECE-4995-9E6B-4E429008C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56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87E17-666D-FA2E-C48F-0126AD7F5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BDAD6-F370-7392-D0AF-E5890E14B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7C333-2D0B-3335-B8E9-DA48E19E8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8E8F-55B9-4840-B4E5-DBDF8EAEB0E1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B63B2-937B-DBC3-9DE7-8AF8CC506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A5D11-D3DA-8EDA-A271-4AF7EF71F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D665B-6ECE-4995-9E6B-4E429008C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98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B84E8-DCD6-9613-F62C-8D66E65C2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AA7FE-D4C1-C3EE-62FC-A58E73D26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D35D8-F83B-57FC-CC66-CE42718A3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8E8F-55B9-4840-B4E5-DBDF8EAEB0E1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6B1F6-D2FA-ED24-77C4-EEB8BEF47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C385A-AA78-7CD2-1073-AD290D4AE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D665B-6ECE-4995-9E6B-4E429008C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44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D0426-4C11-ABCA-8E7E-E773EC199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7DE4A-279E-2F62-2286-CBC7D777F5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E651D-14E3-ACC1-6BAB-FF168E4DB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F88B7-59DE-7212-5B66-5D93FB0F9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8E8F-55B9-4840-B4E5-DBDF8EAEB0E1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4F3BD-4ABE-A5E7-2627-BAAC6790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5DFF8-F7CC-95AF-0CD1-0E3B6EBA6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D665B-6ECE-4995-9E6B-4E429008C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633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6DF9C-004A-6C2E-4DB6-F02891DC1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1BD5B-DE34-8041-963C-1EEDD853D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F03DC5-D374-ECE6-CD95-76C3AB840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F7E27E-FE8C-6EB0-5E96-F72AAF66C0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790584-D55B-A98F-3088-4E7FF41622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4C2F01-5389-276B-0959-87BC2AA31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8E8F-55B9-4840-B4E5-DBDF8EAEB0E1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E8559F-476A-D97E-AEC7-2855C2424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22A397-BDB7-D26A-6836-8AA439444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D665B-6ECE-4995-9E6B-4E429008C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765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0D482-A86B-D25D-89D5-C20236A7B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26231C-6AE9-D789-A858-2FDE2CD88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8E8F-55B9-4840-B4E5-DBDF8EAEB0E1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8CD067-1FC2-671D-B22D-E7CF570D9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1064E-CEA5-064E-202A-6011C035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D665B-6ECE-4995-9E6B-4E429008C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069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7A71FF-D965-5ED9-D3A3-935DF4B42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8E8F-55B9-4840-B4E5-DBDF8EAEB0E1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0D1749-B72E-073E-F65E-AB93C58E4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429C3-3E78-3D07-2615-EE3CE7C78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D665B-6ECE-4995-9E6B-4E429008C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99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EF248-FF94-EA3E-5791-A1A70DB9D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698E3-0DA4-1F7D-D2AC-7B4312018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C37756-DA50-F570-8A50-5040B0464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E9DCD-B910-897E-2EB2-66ECB427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8E8F-55B9-4840-B4E5-DBDF8EAEB0E1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7E222-6F5C-293A-37D3-F935CDD02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04234-F7A3-833E-412B-A7BE10EFC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D665B-6ECE-4995-9E6B-4E429008C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2443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16225-0A73-693B-478A-76466A134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C674C7-C464-A4F9-0A99-7BF20A5D7F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9C02F-8BCE-B8FD-FCEE-2479370D7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DB350-4488-5F6A-A858-09F6964BE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8E8F-55B9-4840-B4E5-DBDF8EAEB0E1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B97B9-50FB-C1AA-DA57-0F7D7B1F6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BA165-861C-05CA-F535-601CC5E2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D665B-6ECE-4995-9E6B-4E429008C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7847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A5D1B-1E41-B873-341F-C4BE63C8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816E9C-6E43-E5C6-B926-2A12DDE34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2AB7D-05B4-1842-A7F5-21BCFABF9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8E8F-55B9-4840-B4E5-DBDF8EAEB0E1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0F2EE-65CC-35B4-4633-703A0C381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C1161-22CD-8A1D-2FB2-150810407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D665B-6ECE-4995-9E6B-4E429008C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81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BB735A-4D8D-0E38-80DF-157738F6D8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60454-DE85-3B77-B57C-F4FB87D52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1872A-29E6-8EC5-EC89-BB44F52AD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8E8F-55B9-4840-B4E5-DBDF8EAEB0E1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884CE-D5BA-08EC-323D-5598B70B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F9BD5-C4ED-568D-4A78-21CC46904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D665B-6ECE-4995-9E6B-4E429008C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960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8E072C-CEF6-68F0-AE94-0FABE9F2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025F3-A032-0D53-A2AC-06121485E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47E67-8C08-AA84-9D45-4917505709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7F8E8F-55B9-4840-B4E5-DBDF8EAEB0E1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1B97F-3FF0-974E-279F-91BF1DC9D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9562C-BE46-88A1-CE34-B6A8AE444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D665B-6ECE-4995-9E6B-4E429008C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6368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D590E0-57DE-F55B-64D5-00F4D07E0381}"/>
              </a:ext>
            </a:extLst>
          </p:cNvPr>
          <p:cNvSpPr/>
          <p:nvPr/>
        </p:nvSpPr>
        <p:spPr>
          <a:xfrm>
            <a:off x="0" y="1600200"/>
            <a:ext cx="12192000" cy="2826945"/>
          </a:xfrm>
          <a:prstGeom prst="rect">
            <a:avLst/>
          </a:prstGeom>
          <a:solidFill>
            <a:srgbClr val="C0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DDAB9E-C50D-D748-5DAB-116D456DD6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800" b="1" i="0" u="none" strike="noStrike" baseline="0" dirty="0">
                <a:solidFill>
                  <a:schemeClr val="bg1"/>
                </a:solidFill>
                <a:latin typeface="SFBX1440"/>
              </a:rPr>
              <a:t>Operation STOR-</a:t>
            </a:r>
            <a:r>
              <a:rPr lang="en-GB" sz="4800" b="1" i="0" u="none" strike="noStrike" baseline="0" dirty="0" err="1">
                <a:solidFill>
                  <a:schemeClr val="bg1"/>
                </a:solidFill>
                <a:latin typeface="SFBX1440"/>
              </a:rPr>
              <a:t>i</a:t>
            </a:r>
            <a:r>
              <a:rPr lang="en-GB" sz="4800" b="1" i="0" u="none" strike="noStrike" baseline="0" dirty="0">
                <a:solidFill>
                  <a:schemeClr val="bg1"/>
                </a:solidFill>
                <a:latin typeface="SFBX1440"/>
              </a:rPr>
              <a:t> Time(tabling)</a:t>
            </a:r>
            <a:br>
              <a:rPr lang="en-GB" sz="4800" i="0" u="none" strike="noStrike" baseline="0" dirty="0">
                <a:solidFill>
                  <a:schemeClr val="bg1"/>
                </a:solidFill>
                <a:latin typeface="SFBX1440"/>
              </a:rPr>
            </a:br>
            <a:r>
              <a:rPr lang="en-GB" sz="4800" i="0" u="none" strike="noStrike" baseline="0" dirty="0">
                <a:solidFill>
                  <a:schemeClr val="bg1"/>
                </a:solidFill>
                <a:latin typeface="SFBX1440"/>
              </a:rPr>
              <a:t>Our entry to IHTC-2024</a:t>
            </a:r>
            <a:endParaRPr lang="en-GB" sz="179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A7059-394F-8237-8DFF-7CF3896CD9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000" b="1" i="1" dirty="0">
                <a:solidFill>
                  <a:schemeClr val="bg1"/>
                </a:solidFill>
              </a:rPr>
              <a:t>Presented by Matthew Davison</a:t>
            </a:r>
            <a:endParaRPr lang="en-GB" sz="2000" dirty="0">
              <a:solidFill>
                <a:schemeClr val="bg1"/>
              </a:solidFill>
            </a:endParaRPr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EFA668DB-7C3D-8F59-9BA0-8E6F84DBE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3" y="5866409"/>
            <a:ext cx="2942665" cy="947425"/>
          </a:xfrm>
          <a:prstGeom prst="rect">
            <a:avLst/>
          </a:prstGeom>
        </p:spPr>
      </p:pic>
      <p:pic>
        <p:nvPicPr>
          <p:cNvPr id="6" name="Picture 5" descr="A close-up of a logo&#10;&#10;Description automatically generated">
            <a:extLst>
              <a:ext uri="{FF2B5EF4-FFF2-40B4-BE49-F238E27FC236}">
                <a16:creationId xmlns:a16="http://schemas.microsoft.com/office/drawing/2014/main" id="{49BCDA26-BDD5-4272-D0C8-AA0B8FE7C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3980" y="5866408"/>
            <a:ext cx="3321750" cy="830802"/>
          </a:xfrm>
          <a:prstGeom prst="rect">
            <a:avLst/>
          </a:prstGeom>
        </p:spPr>
      </p:pic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F433FA6F-ECF6-9317-F959-352CA0FE7A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14" b="28728"/>
          <a:stretch/>
        </p:blipFill>
        <p:spPr>
          <a:xfrm>
            <a:off x="5005961" y="5866408"/>
            <a:ext cx="2180077" cy="94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457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>
            <a:extLst>
              <a:ext uri="{FF2B5EF4-FFF2-40B4-BE49-F238E27FC236}">
                <a16:creationId xmlns:a16="http://schemas.microsoft.com/office/drawing/2014/main" id="{F81D1EC9-7077-3600-B282-FD9F104BB4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14" t="36878" r="15271"/>
          <a:stretch/>
        </p:blipFill>
        <p:spPr bwMode="auto">
          <a:xfrm>
            <a:off x="7425524" y="2095500"/>
            <a:ext cx="2094987" cy="2592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AD46192-FCFD-F313-5D81-5479A381B161}"/>
              </a:ext>
            </a:extLst>
          </p:cNvPr>
          <p:cNvSpPr/>
          <p:nvPr/>
        </p:nvSpPr>
        <p:spPr>
          <a:xfrm>
            <a:off x="0" y="18255"/>
            <a:ext cx="12192000" cy="1325563"/>
          </a:xfrm>
          <a:prstGeom prst="rect">
            <a:avLst/>
          </a:prstGeom>
          <a:solidFill>
            <a:srgbClr val="C0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4D9C7-8FB2-F4B4-D397-DE4604D34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The team!</a:t>
            </a:r>
          </a:p>
        </p:txBody>
      </p:sp>
      <p:pic>
        <p:nvPicPr>
          <p:cNvPr id="1026" name="Picture 2" descr="Matthew Davison">
            <a:extLst>
              <a:ext uri="{FF2B5EF4-FFF2-40B4-BE49-F238E27FC236}">
                <a16:creationId xmlns:a16="http://schemas.microsoft.com/office/drawing/2014/main" id="{2F89E25C-9D5C-11DC-7C09-AF2089DD5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403" y="2209798"/>
            <a:ext cx="1975136" cy="247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raham Burgess">
            <a:extLst>
              <a:ext uri="{FF2B5EF4-FFF2-40B4-BE49-F238E27FC236}">
                <a16:creationId xmlns:a16="http://schemas.microsoft.com/office/drawing/2014/main" id="{B6524CBD-6A62-236E-3767-B832931B0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133" y="2209798"/>
            <a:ext cx="1975135" cy="247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dam Page">
            <a:extLst>
              <a:ext uri="{FF2B5EF4-FFF2-40B4-BE49-F238E27FC236}">
                <a16:creationId xmlns:a16="http://schemas.microsoft.com/office/drawing/2014/main" id="{0DBC6E5F-36A2-5428-B134-DE2120D41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8205" y="2209799"/>
            <a:ext cx="1980876" cy="247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becca Hamm">
            <a:extLst>
              <a:ext uri="{FF2B5EF4-FFF2-40B4-BE49-F238E27FC236}">
                <a16:creationId xmlns:a16="http://schemas.microsoft.com/office/drawing/2014/main" id="{D082B185-5698-25AB-2CD6-66E08B289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8432" y="2209797"/>
            <a:ext cx="1975135" cy="247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2BC4E50-E0FF-86FA-D2E5-E6DE81F4B750}"/>
              </a:ext>
            </a:extLst>
          </p:cNvPr>
          <p:cNvSpPr/>
          <p:nvPr/>
        </p:nvSpPr>
        <p:spPr>
          <a:xfrm>
            <a:off x="294471" y="5124450"/>
            <a:ext cx="2094986" cy="389733"/>
          </a:xfrm>
          <a:prstGeom prst="rect">
            <a:avLst/>
          </a:prstGeom>
          <a:solidFill>
            <a:srgbClr val="D1AC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Matthew Davison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A0B13B-E407-5C4E-258C-C16106341EB2}"/>
              </a:ext>
            </a:extLst>
          </p:cNvPr>
          <p:cNvSpPr/>
          <p:nvPr/>
        </p:nvSpPr>
        <p:spPr>
          <a:xfrm>
            <a:off x="2671489" y="5124448"/>
            <a:ext cx="2094986" cy="389733"/>
          </a:xfrm>
          <a:prstGeom prst="rect">
            <a:avLst/>
          </a:prstGeom>
          <a:solidFill>
            <a:srgbClr val="D1AC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Graham Burgess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AAED55-4382-96FE-E434-B32CA663DA1C}"/>
              </a:ext>
            </a:extLst>
          </p:cNvPr>
          <p:cNvSpPr/>
          <p:nvPr/>
        </p:nvSpPr>
        <p:spPr>
          <a:xfrm>
            <a:off x="5048507" y="5124447"/>
            <a:ext cx="2094986" cy="389733"/>
          </a:xfrm>
          <a:prstGeom prst="rect">
            <a:avLst/>
          </a:prstGeom>
          <a:solidFill>
            <a:srgbClr val="D1AC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Rebecca Hamm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6B23B0-1BFA-7495-4740-C775257D770C}"/>
              </a:ext>
            </a:extLst>
          </p:cNvPr>
          <p:cNvSpPr/>
          <p:nvPr/>
        </p:nvSpPr>
        <p:spPr>
          <a:xfrm>
            <a:off x="7425525" y="5124447"/>
            <a:ext cx="2094986" cy="389733"/>
          </a:xfrm>
          <a:prstGeom prst="rect">
            <a:avLst/>
          </a:prstGeom>
          <a:solidFill>
            <a:srgbClr val="D1AC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Ben Lowery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92AEB7-9F1E-652A-6D63-F35E6D3711D0}"/>
              </a:ext>
            </a:extLst>
          </p:cNvPr>
          <p:cNvSpPr/>
          <p:nvPr/>
        </p:nvSpPr>
        <p:spPr>
          <a:xfrm>
            <a:off x="9802543" y="5124446"/>
            <a:ext cx="2094986" cy="389733"/>
          </a:xfrm>
          <a:prstGeom prst="rect">
            <a:avLst/>
          </a:prstGeom>
          <a:solidFill>
            <a:srgbClr val="D1AC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Adam Page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FCEF1BB-74A7-35E1-C7AF-9BD3E6DC2514}"/>
              </a:ext>
            </a:extLst>
          </p:cNvPr>
          <p:cNvGrpSpPr/>
          <p:nvPr/>
        </p:nvGrpSpPr>
        <p:grpSpPr>
          <a:xfrm>
            <a:off x="171964" y="1978400"/>
            <a:ext cx="11848072" cy="2901200"/>
            <a:chOff x="171964" y="1535478"/>
            <a:chExt cx="11848072" cy="2901200"/>
          </a:xfrm>
        </p:grpSpPr>
        <p:pic>
          <p:nvPicPr>
            <p:cNvPr id="1038" name="Picture 14" descr="Creative Mark Plein Air Museum Collection Nouveau Picture Frame Solid Wood  Composition Hand-Leafed Museum Quality Closed Corner - Gold 9x12 : ...">
              <a:extLst>
                <a:ext uri="{FF2B5EF4-FFF2-40B4-BE49-F238E27FC236}">
                  <a16:creationId xmlns:a16="http://schemas.microsoft.com/office/drawing/2014/main" id="{B7B96394-7CB9-C847-4293-0F8F8BEE619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603" t="12541" r="19746" b="11023"/>
            <a:stretch/>
          </p:blipFill>
          <p:spPr bwMode="auto">
            <a:xfrm>
              <a:off x="171964" y="1535479"/>
              <a:ext cx="2340000" cy="2901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4" descr="Creative Mark Plein Air Museum Collection Nouveau Picture Frame Solid Wood  Composition Hand-Leafed Museum Quality Closed Corner - Gold 9x12 : ...">
              <a:extLst>
                <a:ext uri="{FF2B5EF4-FFF2-40B4-BE49-F238E27FC236}">
                  <a16:creationId xmlns:a16="http://schemas.microsoft.com/office/drawing/2014/main" id="{1CCA8A72-C51A-5EC7-88B4-D76C024E768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603" t="12541" r="19746" b="11023"/>
            <a:stretch/>
          </p:blipFill>
          <p:spPr bwMode="auto">
            <a:xfrm>
              <a:off x="9680036" y="1535478"/>
              <a:ext cx="2340000" cy="2901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4" descr="Creative Mark Plein Air Museum Collection Nouveau Picture Frame Solid Wood  Composition Hand-Leafed Museum Quality Closed Corner - Gold 9x12 : ...">
              <a:extLst>
                <a:ext uri="{FF2B5EF4-FFF2-40B4-BE49-F238E27FC236}">
                  <a16:creationId xmlns:a16="http://schemas.microsoft.com/office/drawing/2014/main" id="{E1DFE951-CB5A-85B1-D3BB-A2BE67984C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603" t="12541" r="19746" b="11023"/>
            <a:stretch/>
          </p:blipFill>
          <p:spPr bwMode="auto">
            <a:xfrm>
              <a:off x="4926000" y="1535478"/>
              <a:ext cx="2340000" cy="2901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Creative Mark Plein Air Museum Collection Nouveau Picture Frame Solid Wood  Composition Hand-Leafed Museum Quality Closed Corner - Gold 9x12 : ...">
              <a:extLst>
                <a:ext uri="{FF2B5EF4-FFF2-40B4-BE49-F238E27FC236}">
                  <a16:creationId xmlns:a16="http://schemas.microsoft.com/office/drawing/2014/main" id="{8A62D5CA-A4D8-3D2D-89E8-0337B6D3EFC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603" t="12541" r="19746" b="11023"/>
            <a:stretch/>
          </p:blipFill>
          <p:spPr bwMode="auto">
            <a:xfrm>
              <a:off x="2548982" y="1535478"/>
              <a:ext cx="2340000" cy="2901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4" descr="Creative Mark Plein Air Museum Collection Nouveau Picture Frame Solid Wood  Composition Hand-Leafed Museum Quality Closed Corner - Gold 9x12 : ...">
              <a:extLst>
                <a:ext uri="{FF2B5EF4-FFF2-40B4-BE49-F238E27FC236}">
                  <a16:creationId xmlns:a16="http://schemas.microsoft.com/office/drawing/2014/main" id="{F1E21C26-DA2E-C586-BCD8-35EB8A3E20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603" t="12541" r="19746" b="11023"/>
            <a:stretch/>
          </p:blipFill>
          <p:spPr bwMode="auto">
            <a:xfrm>
              <a:off x="7303018" y="1535478"/>
              <a:ext cx="2340000" cy="2901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50930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A1C416-5192-A8D6-0384-310C93C7912E}"/>
              </a:ext>
            </a:extLst>
          </p:cNvPr>
          <p:cNvSpPr/>
          <p:nvPr/>
        </p:nvSpPr>
        <p:spPr>
          <a:xfrm>
            <a:off x="0" y="18255"/>
            <a:ext cx="12192000" cy="1325563"/>
          </a:xfrm>
          <a:prstGeom prst="rect">
            <a:avLst/>
          </a:prstGeom>
          <a:solidFill>
            <a:srgbClr val="C0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831961-D7A5-C03A-587A-A581A12C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The IHTC-2024 elements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69BFC1D-9C2E-C5B1-E75B-2E5ECFF19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rgbClr val="C00000"/>
                </a:solidFill>
              </a:rPr>
              <a:t>What are the decisions that need to be made?</a:t>
            </a:r>
          </a:p>
          <a:p>
            <a:pPr marL="0" indent="0">
              <a:buNone/>
            </a:pPr>
            <a:r>
              <a:rPr lang="en-GB" sz="2400" b="1" dirty="0"/>
              <a:t>Patients</a:t>
            </a:r>
          </a:p>
          <a:p>
            <a:r>
              <a:rPr lang="en-GB" sz="2400" dirty="0"/>
              <a:t>Admission day</a:t>
            </a:r>
          </a:p>
          <a:p>
            <a:r>
              <a:rPr lang="en-GB" sz="2400" dirty="0"/>
              <a:t>Operating theatre</a:t>
            </a:r>
          </a:p>
          <a:p>
            <a:r>
              <a:rPr lang="en-GB" sz="2400" dirty="0"/>
              <a:t>Recovery room</a:t>
            </a:r>
          </a:p>
          <a:p>
            <a:pPr marL="0" indent="0">
              <a:buNone/>
            </a:pPr>
            <a:r>
              <a:rPr lang="en-GB" sz="2400" b="1" dirty="0"/>
              <a:t>Nurses</a:t>
            </a:r>
          </a:p>
          <a:p>
            <a:r>
              <a:rPr lang="en-GB" sz="2400" dirty="0"/>
              <a:t>Shifts worked</a:t>
            </a:r>
          </a:p>
          <a:p>
            <a:r>
              <a:rPr lang="en-GB" sz="2400" dirty="0"/>
              <a:t>Rooms covered on each shift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b="1" dirty="0">
                <a:solidFill>
                  <a:srgbClr val="C00000"/>
                </a:solidFill>
              </a:rPr>
              <a:t>What was given to us?</a:t>
            </a:r>
          </a:p>
          <a:p>
            <a:r>
              <a:rPr lang="en-GB" sz="2400" dirty="0"/>
              <a:t>30 problem instances, 10 test instances</a:t>
            </a:r>
          </a:p>
          <a:p>
            <a:r>
              <a:rPr lang="en-GB" sz="2400" dirty="0"/>
              <a:t>C++ source code for tool that evaluates solutions</a:t>
            </a:r>
          </a:p>
        </p:txBody>
      </p:sp>
    </p:spTree>
    <p:extLst>
      <p:ext uri="{BB962C8B-B14F-4D97-AF65-F5344CB8AC3E}">
        <p14:creationId xmlns:p14="http://schemas.microsoft.com/office/powerpoint/2010/main" val="1077584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FD688-FFC5-4D96-DD18-E18AB5E2A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02B63F-A134-95FF-D92C-5F25436B2341}"/>
              </a:ext>
            </a:extLst>
          </p:cNvPr>
          <p:cNvSpPr/>
          <p:nvPr/>
        </p:nvSpPr>
        <p:spPr>
          <a:xfrm>
            <a:off x="0" y="18255"/>
            <a:ext cx="12192000" cy="1325563"/>
          </a:xfrm>
          <a:prstGeom prst="rect">
            <a:avLst/>
          </a:prstGeom>
          <a:solidFill>
            <a:srgbClr val="C0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A5A9B2-7A36-DB7C-F401-312F6B9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The IHTC-2024 constraints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49EF7C-C6CC-AE53-1FDD-77AA2D22D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rgbClr val="C00000"/>
                </a:solidFill>
              </a:rPr>
              <a:t>What constraints does the problem have?</a:t>
            </a:r>
          </a:p>
          <a:p>
            <a:pPr marL="0" indent="0">
              <a:buNone/>
            </a:pPr>
            <a:r>
              <a:rPr lang="en-GB" sz="2400" b="1" dirty="0"/>
              <a:t>Hard constraints: </a:t>
            </a:r>
            <a:r>
              <a:rPr lang="en-GB" sz="2400" dirty="0" err="1"/>
              <a:t>RoomGenderMix</a:t>
            </a:r>
            <a:r>
              <a:rPr lang="en-GB" sz="2400" dirty="0"/>
              <a:t>, </a:t>
            </a:r>
            <a:r>
              <a:rPr lang="en-GB" sz="2400" dirty="0" err="1"/>
              <a:t>PatientRoomCompatibility</a:t>
            </a:r>
            <a:r>
              <a:rPr lang="en-GB" sz="2400" dirty="0"/>
              <a:t>, </a:t>
            </a:r>
            <a:r>
              <a:rPr lang="en-GB" sz="2400" dirty="0" err="1"/>
              <a:t>SurgeonOvertime</a:t>
            </a:r>
            <a:r>
              <a:rPr lang="en-GB" sz="2400" dirty="0"/>
              <a:t>, </a:t>
            </a:r>
            <a:r>
              <a:rPr lang="en-GB" sz="2400" dirty="0" err="1"/>
              <a:t>OperatingTheaterOvertime</a:t>
            </a:r>
            <a:r>
              <a:rPr lang="en-GB" sz="2400" dirty="0"/>
              <a:t>, </a:t>
            </a:r>
            <a:r>
              <a:rPr lang="en-GB" sz="2400" dirty="0" err="1"/>
              <a:t>MandatoryUnscheduledPatients</a:t>
            </a:r>
            <a:r>
              <a:rPr lang="en-GB" sz="2400" dirty="0"/>
              <a:t>, </a:t>
            </a:r>
            <a:r>
              <a:rPr lang="en-GB" sz="2400" dirty="0" err="1"/>
              <a:t>AdmissionDay</a:t>
            </a:r>
            <a:r>
              <a:rPr lang="en-GB" sz="2400" dirty="0"/>
              <a:t>, RoomCapacity, </a:t>
            </a:r>
            <a:r>
              <a:rPr lang="en-GB" sz="2400" dirty="0" err="1"/>
              <a:t>NursePresence</a:t>
            </a:r>
            <a:r>
              <a:rPr lang="en-GB" sz="2400" dirty="0"/>
              <a:t>, </a:t>
            </a:r>
            <a:r>
              <a:rPr lang="en-GB" sz="2400" dirty="0" err="1"/>
              <a:t>UncoveredRoom</a:t>
            </a:r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Soft constraints: </a:t>
            </a:r>
            <a:r>
              <a:rPr lang="en-GB" sz="2400" dirty="0" err="1"/>
              <a:t>RoomAgeMix</a:t>
            </a:r>
            <a:r>
              <a:rPr lang="en-GB" sz="2400" dirty="0"/>
              <a:t>, </a:t>
            </a:r>
            <a:r>
              <a:rPr lang="en-GB" sz="2400" dirty="0" err="1"/>
              <a:t>RoomSkillLevel</a:t>
            </a:r>
            <a:r>
              <a:rPr lang="en-GB" sz="2400" dirty="0"/>
              <a:t>, </a:t>
            </a:r>
            <a:r>
              <a:rPr lang="en-GB" sz="2400" dirty="0" err="1"/>
              <a:t>ContinuityOfCare</a:t>
            </a:r>
            <a:r>
              <a:rPr lang="en-GB" sz="2400" dirty="0"/>
              <a:t>, </a:t>
            </a:r>
            <a:r>
              <a:rPr lang="en-GB" sz="2400" dirty="0" err="1"/>
              <a:t>ExcessiveNurseWorkload</a:t>
            </a:r>
            <a:r>
              <a:rPr lang="en-GB" sz="2400" dirty="0"/>
              <a:t>, </a:t>
            </a:r>
            <a:r>
              <a:rPr lang="en-GB" sz="2400" dirty="0" err="1"/>
              <a:t>OpenOperatingTheater</a:t>
            </a:r>
            <a:r>
              <a:rPr lang="en-GB" sz="2400" dirty="0"/>
              <a:t>, </a:t>
            </a:r>
            <a:r>
              <a:rPr lang="en-GB" sz="2400" dirty="0" err="1"/>
              <a:t>SurgeonTransfer</a:t>
            </a:r>
            <a:r>
              <a:rPr lang="en-GB" sz="2400" dirty="0"/>
              <a:t>, </a:t>
            </a:r>
            <a:r>
              <a:rPr lang="en-GB" sz="2400" dirty="0" err="1"/>
              <a:t>PatientDelay</a:t>
            </a:r>
            <a:r>
              <a:rPr lang="en-GB" sz="2400" dirty="0"/>
              <a:t>, </a:t>
            </a:r>
            <a:r>
              <a:rPr lang="en-GB" sz="2400" dirty="0" err="1"/>
              <a:t>ElectiveUnscheduledPatients</a:t>
            </a: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b="1" dirty="0">
                <a:solidFill>
                  <a:srgbClr val="C00000"/>
                </a:solidFill>
              </a:rPr>
              <a:t>What constraints does the solver have?</a:t>
            </a:r>
          </a:p>
          <a:p>
            <a:r>
              <a:rPr lang="en-GB" sz="2400" dirty="0"/>
              <a:t>Maximum of 10 minutes of wall-time</a:t>
            </a:r>
          </a:p>
          <a:p>
            <a:r>
              <a:rPr lang="en-GB" sz="2400" dirty="0"/>
              <a:t>Maximum of 4 cores for processing</a:t>
            </a:r>
          </a:p>
          <a:p>
            <a:r>
              <a:rPr lang="en-GB" sz="2400" dirty="0"/>
              <a:t>Maximum of 64GB of RAM</a:t>
            </a:r>
          </a:p>
        </p:txBody>
      </p:sp>
    </p:spTree>
    <p:extLst>
      <p:ext uri="{BB962C8B-B14F-4D97-AF65-F5344CB8AC3E}">
        <p14:creationId xmlns:p14="http://schemas.microsoft.com/office/powerpoint/2010/main" val="783246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68504C-C70B-52E3-3FD5-295C49479044}"/>
              </a:ext>
            </a:extLst>
          </p:cNvPr>
          <p:cNvSpPr/>
          <p:nvPr/>
        </p:nvSpPr>
        <p:spPr>
          <a:xfrm>
            <a:off x="0" y="4379"/>
            <a:ext cx="12192000" cy="1325563"/>
          </a:xfrm>
          <a:prstGeom prst="rect">
            <a:avLst/>
          </a:prstGeom>
          <a:solidFill>
            <a:srgbClr val="C0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530441-4839-F03B-16C2-A077968F5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79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Initial feasible solution generation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34251DA-8C89-D4E8-32B7-08C8EBB05FFB}"/>
              </a:ext>
            </a:extLst>
          </p:cNvPr>
          <p:cNvCxnSpPr>
            <a:cxnSpLocks/>
          </p:cNvCxnSpPr>
          <p:nvPr/>
        </p:nvCxnSpPr>
        <p:spPr>
          <a:xfrm flipV="1">
            <a:off x="2995876" y="6172624"/>
            <a:ext cx="5267566" cy="3852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A4AC00B-CA10-234B-3347-6EC936EE3CC1}"/>
              </a:ext>
            </a:extLst>
          </p:cNvPr>
          <p:cNvCxnSpPr>
            <a:cxnSpLocks/>
          </p:cNvCxnSpPr>
          <p:nvPr/>
        </p:nvCxnSpPr>
        <p:spPr>
          <a:xfrm flipV="1">
            <a:off x="2995876" y="5633732"/>
            <a:ext cx="5112000" cy="3401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2AAE332-AB41-7F27-BE26-D7135BB75977}"/>
              </a:ext>
            </a:extLst>
          </p:cNvPr>
          <p:cNvSpPr/>
          <p:nvPr/>
        </p:nvSpPr>
        <p:spPr>
          <a:xfrm>
            <a:off x="86658" y="1433004"/>
            <a:ext cx="3636000" cy="10079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Ignore all non-mandatory patients and create </a:t>
            </a:r>
            <a:r>
              <a:rPr lang="en-GB" b="1" dirty="0"/>
              <a:t>patient list </a:t>
            </a:r>
            <a:r>
              <a:rPr lang="en-GB" dirty="0"/>
              <a:t>of patients ordered by EAD*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7A08576-183A-C157-8619-72978DD6126F}"/>
              </a:ext>
            </a:extLst>
          </p:cNvPr>
          <p:cNvGrpSpPr/>
          <p:nvPr/>
        </p:nvGrpSpPr>
        <p:grpSpPr>
          <a:xfrm>
            <a:off x="86658" y="2646902"/>
            <a:ext cx="3636000" cy="2556000"/>
            <a:chOff x="5800724" y="2120310"/>
            <a:chExt cx="3636000" cy="2556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7BFC7-AE10-1540-822F-0D2A0D772CE4}"/>
                </a:ext>
              </a:extLst>
            </p:cNvPr>
            <p:cNvSpPr/>
            <p:nvPr/>
          </p:nvSpPr>
          <p:spPr>
            <a:xfrm>
              <a:off x="5800724" y="2120310"/>
              <a:ext cx="3636000" cy="2556000"/>
            </a:xfrm>
            <a:prstGeom prst="rect">
              <a:avLst/>
            </a:prstGeom>
            <a:noFill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2000" dirty="0">
                  <a:solidFill>
                    <a:schemeClr val="tx1"/>
                  </a:solidFill>
                </a:rPr>
                <a:t>Iterate over days:</a:t>
              </a:r>
            </a:p>
            <a:p>
              <a:r>
                <a:rPr lang="en-GB" sz="2000" dirty="0">
                  <a:solidFill>
                    <a:schemeClr val="tx1"/>
                  </a:solidFill>
                </a:rPr>
                <a:t>    Iterate over </a:t>
              </a:r>
              <a:r>
                <a:rPr lang="en-GB" sz="2000" b="1" dirty="0">
                  <a:solidFill>
                    <a:schemeClr val="tx1"/>
                  </a:solidFill>
                </a:rPr>
                <a:t>patient list</a:t>
              </a:r>
              <a:r>
                <a:rPr lang="en-GB" sz="2000" dirty="0">
                  <a:solidFill>
                    <a:schemeClr val="tx1"/>
                  </a:solidFill>
                </a:rPr>
                <a:t>:</a:t>
              </a:r>
            </a:p>
            <a:p>
              <a:endParaRPr lang="en-GB" sz="200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FBB9019-3B94-4E3E-2860-33A4E365C993}"/>
                </a:ext>
              </a:extLst>
            </p:cNvPr>
            <p:cNvSpPr/>
            <p:nvPr/>
          </p:nvSpPr>
          <p:spPr>
            <a:xfrm>
              <a:off x="6427756" y="3890847"/>
              <a:ext cx="2943227" cy="70023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Try to admit patient p on day 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8939F90-56F5-5CF4-20AE-320AF1EF9A65}"/>
                </a:ext>
              </a:extLst>
            </p:cNvPr>
            <p:cNvSpPr/>
            <p:nvPr/>
          </p:nvSpPr>
          <p:spPr>
            <a:xfrm>
              <a:off x="6427756" y="2831285"/>
              <a:ext cx="2943227" cy="3695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Patient p admitted already?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75319C2-07A5-0129-103C-0434FF1E1A8C}"/>
                </a:ext>
              </a:extLst>
            </p:cNvPr>
            <p:cNvCxnSpPr>
              <a:cxnSpLocks/>
            </p:cNvCxnSpPr>
            <p:nvPr/>
          </p:nvCxnSpPr>
          <p:spPr>
            <a:xfrm>
              <a:off x="6849557" y="3200877"/>
              <a:ext cx="0" cy="26341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A36330-3D6A-6A12-1773-C1528EAC62B9}"/>
                </a:ext>
              </a:extLst>
            </p:cNvPr>
            <p:cNvSpPr txBox="1"/>
            <p:nvPr/>
          </p:nvSpPr>
          <p:spPr>
            <a:xfrm>
              <a:off x="6530239" y="3151924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Y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0756499-E148-E1A7-4AE0-BD8A4FD8AA39}"/>
                </a:ext>
              </a:extLst>
            </p:cNvPr>
            <p:cNvCxnSpPr>
              <a:cxnSpLocks/>
            </p:cNvCxnSpPr>
            <p:nvPr/>
          </p:nvCxnSpPr>
          <p:spPr>
            <a:xfrm>
              <a:off x="9178190" y="3190609"/>
              <a:ext cx="0" cy="7002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0E085E7-9463-E066-6D48-EAE015928FA0}"/>
                </a:ext>
              </a:extLst>
            </p:cNvPr>
            <p:cNvSpPr txBox="1"/>
            <p:nvPr/>
          </p:nvSpPr>
          <p:spPr>
            <a:xfrm>
              <a:off x="8858872" y="314165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04A7382-3CC3-3F6C-17E7-4C576A585C79}"/>
                </a:ext>
              </a:extLst>
            </p:cNvPr>
            <p:cNvSpPr/>
            <p:nvPr/>
          </p:nvSpPr>
          <p:spPr>
            <a:xfrm>
              <a:off x="6427756" y="3456760"/>
              <a:ext cx="856150" cy="36359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Skip p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06207127-99BA-83C2-95AA-56107F54EAB8}"/>
              </a:ext>
            </a:extLst>
          </p:cNvPr>
          <p:cNvSpPr/>
          <p:nvPr/>
        </p:nvSpPr>
        <p:spPr>
          <a:xfrm>
            <a:off x="4278000" y="1427040"/>
            <a:ext cx="3635999" cy="648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Create list of unscheduled patients ordered by EAD*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F00166-F312-1A52-F747-FD304B2F900C}"/>
              </a:ext>
            </a:extLst>
          </p:cNvPr>
          <p:cNvSpPr/>
          <p:nvPr/>
        </p:nvSpPr>
        <p:spPr>
          <a:xfrm>
            <a:off x="4287181" y="2277364"/>
            <a:ext cx="3635999" cy="648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Create list of admitted patients ordered by admission day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864C619-B70C-5A1E-A6E9-ED091ACB2FA2}"/>
              </a:ext>
            </a:extLst>
          </p:cNvPr>
          <p:cNvGrpSpPr/>
          <p:nvPr/>
        </p:nvGrpSpPr>
        <p:grpSpPr>
          <a:xfrm>
            <a:off x="4270033" y="3138543"/>
            <a:ext cx="3636000" cy="2223592"/>
            <a:chOff x="5800724" y="2120310"/>
            <a:chExt cx="3636000" cy="2223592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8DBD56B-D939-658B-4309-4A3035096A07}"/>
                </a:ext>
              </a:extLst>
            </p:cNvPr>
            <p:cNvSpPr/>
            <p:nvPr/>
          </p:nvSpPr>
          <p:spPr>
            <a:xfrm>
              <a:off x="5800724" y="2120310"/>
              <a:ext cx="3636000" cy="2223592"/>
            </a:xfrm>
            <a:prstGeom prst="rect">
              <a:avLst/>
            </a:prstGeom>
            <a:noFill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2000" dirty="0">
                  <a:solidFill>
                    <a:schemeClr val="tx1"/>
                  </a:solidFill>
                </a:rPr>
                <a:t>Join lists together to create new </a:t>
              </a:r>
              <a:r>
                <a:rPr lang="en-GB" sz="2000" b="1" dirty="0">
                  <a:solidFill>
                    <a:schemeClr val="tx1"/>
                  </a:solidFill>
                </a:rPr>
                <a:t>patient list</a:t>
              </a:r>
              <a:r>
                <a:rPr lang="en-GB" sz="2000" dirty="0">
                  <a:solidFill>
                    <a:schemeClr val="tx1"/>
                  </a:solidFill>
                </a:rPr>
                <a:t>:</a:t>
              </a:r>
            </a:p>
            <a:p>
              <a:endParaRPr lang="en-GB" sz="200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2D7F610-C963-C3D2-2520-DCB437A7D7BD}"/>
                </a:ext>
              </a:extLst>
            </p:cNvPr>
            <p:cNvSpPr/>
            <p:nvPr/>
          </p:nvSpPr>
          <p:spPr>
            <a:xfrm>
              <a:off x="6204382" y="3313904"/>
              <a:ext cx="3166602" cy="92522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Admitted patient list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37E363B-C83F-D168-9365-E361B0EDCD90}"/>
                </a:ext>
              </a:extLst>
            </p:cNvPr>
            <p:cNvSpPr/>
            <p:nvPr/>
          </p:nvSpPr>
          <p:spPr>
            <a:xfrm>
              <a:off x="6204382" y="2831284"/>
              <a:ext cx="3166602" cy="482619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Unscheduled patient list</a:t>
              </a: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5A4CACBF-2786-AFFD-DEEF-9E496B23F88B}"/>
              </a:ext>
            </a:extLst>
          </p:cNvPr>
          <p:cNvSpPr/>
          <p:nvPr/>
        </p:nvSpPr>
        <p:spPr>
          <a:xfrm>
            <a:off x="796175" y="5408801"/>
            <a:ext cx="2216965" cy="92296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Are all the mandatory patients admitted?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CAE3E70-3016-889A-7F25-F7377D263C59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1904658" y="2441003"/>
            <a:ext cx="0" cy="20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4CB37EA-109E-85EE-EA6D-3D13386DBBA3}"/>
              </a:ext>
            </a:extLst>
          </p:cNvPr>
          <p:cNvCxnSpPr/>
          <p:nvPr/>
        </p:nvCxnSpPr>
        <p:spPr>
          <a:xfrm>
            <a:off x="6105181" y="2075040"/>
            <a:ext cx="0" cy="20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46C8104-1AB1-2C7E-964F-332D464554E6}"/>
              </a:ext>
            </a:extLst>
          </p:cNvPr>
          <p:cNvCxnSpPr/>
          <p:nvPr/>
        </p:nvCxnSpPr>
        <p:spPr>
          <a:xfrm>
            <a:off x="6088033" y="2932644"/>
            <a:ext cx="0" cy="20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B875FFA-6450-E97E-03C4-2BCDB81CC12E}"/>
              </a:ext>
            </a:extLst>
          </p:cNvPr>
          <p:cNvCxnSpPr>
            <a:cxnSpLocks/>
          </p:cNvCxnSpPr>
          <p:nvPr/>
        </p:nvCxnSpPr>
        <p:spPr>
          <a:xfrm flipH="1">
            <a:off x="3722658" y="4250339"/>
            <a:ext cx="5473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9DE5C5A-2E71-88F5-43B4-120D40067836}"/>
              </a:ext>
            </a:extLst>
          </p:cNvPr>
          <p:cNvCxnSpPr/>
          <p:nvPr/>
        </p:nvCxnSpPr>
        <p:spPr>
          <a:xfrm>
            <a:off x="1904657" y="5202902"/>
            <a:ext cx="0" cy="20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F244C74-2E56-D7EB-C8FB-DCAEB0911978}"/>
              </a:ext>
            </a:extLst>
          </p:cNvPr>
          <p:cNvCxnSpPr>
            <a:cxnSpLocks/>
          </p:cNvCxnSpPr>
          <p:nvPr/>
        </p:nvCxnSpPr>
        <p:spPr>
          <a:xfrm rot="5400000">
            <a:off x="8008982" y="1643984"/>
            <a:ext cx="0" cy="20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0F9F8BD-5775-651A-7D11-E9F77E16ADD4}"/>
              </a:ext>
            </a:extLst>
          </p:cNvPr>
          <p:cNvCxnSpPr>
            <a:cxnSpLocks/>
          </p:cNvCxnSpPr>
          <p:nvPr/>
        </p:nvCxnSpPr>
        <p:spPr>
          <a:xfrm>
            <a:off x="8111932" y="1746933"/>
            <a:ext cx="0" cy="388679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2E318756-D741-A402-C9CB-BD93778D0127}"/>
              </a:ext>
            </a:extLst>
          </p:cNvPr>
          <p:cNvSpPr/>
          <p:nvPr/>
        </p:nvSpPr>
        <p:spPr>
          <a:xfrm>
            <a:off x="8469341" y="1422933"/>
            <a:ext cx="3635999" cy="648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Calculate workloads of rooms for each shift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366EB7D-50F6-CB70-2FE5-E1BA3B3F4C82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66392" y="1645894"/>
            <a:ext cx="0" cy="20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192EE3F-9219-6566-4775-FCCFA51583A4}"/>
              </a:ext>
            </a:extLst>
          </p:cNvPr>
          <p:cNvCxnSpPr>
            <a:cxnSpLocks/>
          </p:cNvCxnSpPr>
          <p:nvPr/>
        </p:nvCxnSpPr>
        <p:spPr>
          <a:xfrm>
            <a:off x="8263442" y="1735116"/>
            <a:ext cx="0" cy="4459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E03DEC8-E42E-9096-65B0-75106C710589}"/>
              </a:ext>
            </a:extLst>
          </p:cNvPr>
          <p:cNvSpPr txBox="1"/>
          <p:nvPr/>
        </p:nvSpPr>
        <p:spPr>
          <a:xfrm>
            <a:off x="2995875" y="5892673"/>
            <a:ext cx="550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Yes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6FCC06-7AE8-928F-2490-CBCEE335D126}"/>
              </a:ext>
            </a:extLst>
          </p:cNvPr>
          <p:cNvSpPr txBox="1"/>
          <p:nvPr/>
        </p:nvSpPr>
        <p:spPr>
          <a:xfrm>
            <a:off x="3028704" y="5342609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29667C2-5AA2-7FBE-D7A2-BCBB09FFDA98}"/>
              </a:ext>
            </a:extLst>
          </p:cNvPr>
          <p:cNvSpPr/>
          <p:nvPr/>
        </p:nvSpPr>
        <p:spPr>
          <a:xfrm>
            <a:off x="8469341" y="2277364"/>
            <a:ext cx="3636000" cy="3895259"/>
          </a:xfrm>
          <a:prstGeom prst="rect">
            <a:avLst/>
          </a:prstGeom>
          <a:noFill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000" dirty="0">
                <a:solidFill>
                  <a:schemeClr val="tx1"/>
                </a:solidFill>
              </a:rPr>
              <a:t>Iterate over days:</a:t>
            </a:r>
          </a:p>
          <a:p>
            <a:r>
              <a:rPr lang="en-GB" sz="2000" dirty="0">
                <a:solidFill>
                  <a:schemeClr val="tx1"/>
                </a:solidFill>
              </a:rPr>
              <a:t>    Iterate over shifts:</a:t>
            </a:r>
          </a:p>
          <a:p>
            <a:r>
              <a:rPr lang="en-GB" sz="2000" dirty="0">
                <a:solidFill>
                  <a:schemeClr val="tx1"/>
                </a:solidFill>
              </a:rPr>
              <a:t>        Iterate over nurses:</a:t>
            </a:r>
          </a:p>
          <a:p>
            <a:endParaRPr lang="en-GB" sz="2000" dirty="0">
              <a:solidFill>
                <a:schemeClr val="tx1"/>
              </a:solidFill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48B93ED-6BE9-00C0-EAAA-41394DB78FB0}"/>
              </a:ext>
            </a:extLst>
          </p:cNvPr>
          <p:cNvGrpSpPr/>
          <p:nvPr/>
        </p:nvGrpSpPr>
        <p:grpSpPr>
          <a:xfrm>
            <a:off x="9342962" y="3302465"/>
            <a:ext cx="2695304" cy="2752469"/>
            <a:chOff x="9344296" y="3626209"/>
            <a:chExt cx="2695304" cy="2752469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213425E-010F-8124-BE8B-5C684D8A7294}"/>
                </a:ext>
              </a:extLst>
            </p:cNvPr>
            <p:cNvSpPr/>
            <p:nvPr/>
          </p:nvSpPr>
          <p:spPr>
            <a:xfrm>
              <a:off x="9344297" y="3626209"/>
              <a:ext cx="2695303" cy="37046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Can nurse n cover shift?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57EA6B4A-9ED9-97FB-8D7D-0F905E20F7E5}"/>
                </a:ext>
              </a:extLst>
            </p:cNvPr>
            <p:cNvCxnSpPr>
              <a:cxnSpLocks/>
            </p:cNvCxnSpPr>
            <p:nvPr/>
          </p:nvCxnSpPr>
          <p:spPr>
            <a:xfrm>
              <a:off x="9838409" y="3990906"/>
              <a:ext cx="0" cy="39520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45C77A7-DD16-31B2-21B1-25F29E61A544}"/>
                </a:ext>
              </a:extLst>
            </p:cNvPr>
            <p:cNvSpPr txBox="1"/>
            <p:nvPr/>
          </p:nvSpPr>
          <p:spPr>
            <a:xfrm>
              <a:off x="9512813" y="3977713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1BBAD6D-8138-3CBD-70EF-CD8A476F90C8}"/>
                </a:ext>
              </a:extLst>
            </p:cNvPr>
            <p:cNvSpPr/>
            <p:nvPr/>
          </p:nvSpPr>
          <p:spPr>
            <a:xfrm>
              <a:off x="9346457" y="4377477"/>
              <a:ext cx="856150" cy="3960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Skip n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923279B0-83EE-1A7E-41A8-95E72517C0F9}"/>
                </a:ext>
              </a:extLst>
            </p:cNvPr>
            <p:cNvCxnSpPr>
              <a:cxnSpLocks/>
            </p:cNvCxnSpPr>
            <p:nvPr/>
          </p:nvCxnSpPr>
          <p:spPr>
            <a:xfrm>
              <a:off x="11803906" y="4003041"/>
              <a:ext cx="0" cy="80780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ED043C2-9428-801D-5C12-89285B09BC15}"/>
                </a:ext>
              </a:extLst>
            </p:cNvPr>
            <p:cNvSpPr txBox="1"/>
            <p:nvPr/>
          </p:nvSpPr>
          <p:spPr>
            <a:xfrm>
              <a:off x="11478310" y="3989848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Y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6D8F59F-FA9F-F50B-DBEC-1E7D4C55B77C}"/>
                </a:ext>
              </a:extLst>
            </p:cNvPr>
            <p:cNvSpPr/>
            <p:nvPr/>
          </p:nvSpPr>
          <p:spPr>
            <a:xfrm>
              <a:off x="9344296" y="4817210"/>
              <a:ext cx="2695303" cy="37046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Does n have capacity?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C39CB19C-BE0A-99F8-2049-21D897FEFB81}"/>
                </a:ext>
              </a:extLst>
            </p:cNvPr>
            <p:cNvCxnSpPr>
              <a:cxnSpLocks/>
            </p:cNvCxnSpPr>
            <p:nvPr/>
          </p:nvCxnSpPr>
          <p:spPr>
            <a:xfrm>
              <a:off x="9838409" y="5181907"/>
              <a:ext cx="0" cy="39520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A6D2011-FE46-D59E-855B-D2A5D6A63EF6}"/>
                </a:ext>
              </a:extLst>
            </p:cNvPr>
            <p:cNvSpPr txBox="1"/>
            <p:nvPr/>
          </p:nvSpPr>
          <p:spPr>
            <a:xfrm>
              <a:off x="9512813" y="5168714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086C809-8076-1799-0AF8-A1AAF79D1903}"/>
                </a:ext>
              </a:extLst>
            </p:cNvPr>
            <p:cNvSpPr/>
            <p:nvPr/>
          </p:nvSpPr>
          <p:spPr>
            <a:xfrm>
              <a:off x="9346457" y="5568478"/>
              <a:ext cx="856150" cy="3960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Skip n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A5299646-4FDE-A04A-33BD-0BD0E388C8A2}"/>
                </a:ext>
              </a:extLst>
            </p:cNvPr>
            <p:cNvCxnSpPr>
              <a:cxnSpLocks/>
            </p:cNvCxnSpPr>
            <p:nvPr/>
          </p:nvCxnSpPr>
          <p:spPr>
            <a:xfrm>
              <a:off x="11803906" y="5194042"/>
              <a:ext cx="0" cy="80780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7E42E39-49DE-B014-8393-FFBD6E3F18EB}"/>
                </a:ext>
              </a:extLst>
            </p:cNvPr>
            <p:cNvSpPr txBox="1"/>
            <p:nvPr/>
          </p:nvSpPr>
          <p:spPr>
            <a:xfrm>
              <a:off x="11478310" y="5180849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Y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5DB387B-2F07-C7D7-992C-E3D301E4F4F1}"/>
                </a:ext>
              </a:extLst>
            </p:cNvPr>
            <p:cNvSpPr/>
            <p:nvPr/>
          </p:nvSpPr>
          <p:spPr>
            <a:xfrm>
              <a:off x="9344296" y="6008211"/>
              <a:ext cx="2695303" cy="37046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Assign nurse to shift</a:t>
              </a: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60D3F434-DEFA-7A16-3E6F-9C30B2EB337B}"/>
              </a:ext>
            </a:extLst>
          </p:cNvPr>
          <p:cNvCxnSpPr/>
          <p:nvPr/>
        </p:nvCxnSpPr>
        <p:spPr>
          <a:xfrm>
            <a:off x="10201273" y="2071465"/>
            <a:ext cx="0" cy="20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D22151C-082E-D6DC-49C4-829438DF3D92}"/>
              </a:ext>
            </a:extLst>
          </p:cNvPr>
          <p:cNvCxnSpPr/>
          <p:nvPr/>
        </p:nvCxnSpPr>
        <p:spPr>
          <a:xfrm>
            <a:off x="10198834" y="6172623"/>
            <a:ext cx="0" cy="20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4656FA31-71E5-8494-14F4-889B352C2C63}"/>
              </a:ext>
            </a:extLst>
          </p:cNvPr>
          <p:cNvSpPr/>
          <p:nvPr/>
        </p:nvSpPr>
        <p:spPr>
          <a:xfrm>
            <a:off x="9090351" y="6379637"/>
            <a:ext cx="2216965" cy="42923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Initial solution!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98D009C-230F-8740-721C-99B7245FB5A2}"/>
              </a:ext>
            </a:extLst>
          </p:cNvPr>
          <p:cNvSpPr/>
          <p:nvPr/>
        </p:nvSpPr>
        <p:spPr>
          <a:xfrm>
            <a:off x="4484096" y="5448282"/>
            <a:ext cx="1868991" cy="4292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Time limit check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2FB8B03-BF2E-7214-C467-8E6C3E3A495D}"/>
              </a:ext>
            </a:extLst>
          </p:cNvPr>
          <p:cNvSpPr/>
          <p:nvPr/>
        </p:nvSpPr>
        <p:spPr>
          <a:xfrm>
            <a:off x="4138026" y="6369107"/>
            <a:ext cx="2561129" cy="429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 of time, no solution!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08DB351-98D8-D5A2-8167-38B1BA790E12}"/>
              </a:ext>
            </a:extLst>
          </p:cNvPr>
          <p:cNvCxnSpPr>
            <a:cxnSpLocks/>
            <a:stCxn id="94" idx="2"/>
            <a:endCxn id="95" idx="0"/>
          </p:cNvCxnSpPr>
          <p:nvPr/>
        </p:nvCxnSpPr>
        <p:spPr>
          <a:xfrm flipH="1">
            <a:off x="5418591" y="5877517"/>
            <a:ext cx="1" cy="4915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688C55F-3AF8-AF92-B203-7D25C4FCB490}"/>
              </a:ext>
            </a:extLst>
          </p:cNvPr>
          <p:cNvSpPr txBox="1"/>
          <p:nvPr/>
        </p:nvSpPr>
        <p:spPr>
          <a:xfrm>
            <a:off x="-5159" y="6488668"/>
            <a:ext cx="3255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*EAD: Earliest Admission Day</a:t>
            </a:r>
          </a:p>
        </p:txBody>
      </p:sp>
    </p:spTree>
    <p:extLst>
      <p:ext uri="{BB962C8B-B14F-4D97-AF65-F5344CB8AC3E}">
        <p14:creationId xmlns:p14="http://schemas.microsoft.com/office/powerpoint/2010/main" val="73102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4" grpId="0" animBg="1"/>
      <p:bldP spid="26" grpId="0" animBg="1"/>
      <p:bldP spid="36" grpId="0" animBg="1"/>
      <p:bldP spid="52" grpId="0" animBg="1"/>
      <p:bldP spid="58" grpId="0"/>
      <p:bldP spid="59" grpId="0"/>
      <p:bldP spid="61" grpId="0" animBg="1"/>
      <p:bldP spid="93" grpId="0" animBg="1"/>
      <p:bldP spid="94" grpId="0" animBg="1"/>
      <p:bldP spid="9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31A08C-8353-F7A1-C1DD-10743685D4FB}"/>
              </a:ext>
            </a:extLst>
          </p:cNvPr>
          <p:cNvSpPr/>
          <p:nvPr/>
        </p:nvSpPr>
        <p:spPr>
          <a:xfrm>
            <a:off x="0" y="18255"/>
            <a:ext cx="12192000" cy="1325563"/>
          </a:xfrm>
          <a:prstGeom prst="rect">
            <a:avLst/>
          </a:prstGeom>
          <a:solidFill>
            <a:srgbClr val="C0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78C45E-379B-10AB-6EC0-65EBD55D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Average penalties of initial solutions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4FAF6C0-A667-C4C5-05DC-74E235553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432560"/>
            <a:ext cx="12192000" cy="542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87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6DA64-AC15-4DD8-75FD-7E4546B4B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43FB86-BF99-4503-B0F8-2C92A099A03C}"/>
              </a:ext>
            </a:extLst>
          </p:cNvPr>
          <p:cNvSpPr/>
          <p:nvPr/>
        </p:nvSpPr>
        <p:spPr>
          <a:xfrm>
            <a:off x="0" y="18255"/>
            <a:ext cx="12192000" cy="1325563"/>
          </a:xfrm>
          <a:prstGeom prst="rect">
            <a:avLst/>
          </a:prstGeom>
          <a:solidFill>
            <a:srgbClr val="C0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56779-9D15-E496-D740-8C2141914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What base changes can we make?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9CD6CE-A22B-FF23-ECF3-118BBED1B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rgbClr val="C00000"/>
                </a:solidFill>
              </a:rPr>
              <a:t>Problem: Many unscheduled non-mandatory patients</a:t>
            </a:r>
          </a:p>
          <a:p>
            <a:pPr marL="0" indent="0">
              <a:buNone/>
            </a:pPr>
            <a:r>
              <a:rPr lang="en-GB" sz="2400" b="1" dirty="0"/>
              <a:t>Solution: </a:t>
            </a:r>
            <a:r>
              <a:rPr lang="en-GB" sz="2400" dirty="0"/>
              <a:t>Can take existing schedule and add unscheduled patients into it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Insert patient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Insert patient based on room capacity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Insert patient based on surgeon availability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Add a nurse into a room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b="1" dirty="0">
                <a:solidFill>
                  <a:srgbClr val="C00000"/>
                </a:solidFill>
              </a:rPr>
              <a:t>Problem: The current arrangement doesn’t allow more to be added</a:t>
            </a:r>
          </a:p>
          <a:p>
            <a:pPr marL="0" indent="0">
              <a:buNone/>
            </a:pPr>
            <a:r>
              <a:rPr lang="en-GB" sz="2400" b="1" dirty="0"/>
              <a:t>Solution: </a:t>
            </a:r>
            <a:r>
              <a:rPr lang="en-GB" sz="2400" dirty="0"/>
              <a:t>Remove patients to create spaces in the schedule</a:t>
            </a:r>
          </a:p>
          <a:p>
            <a:pPr marL="457200" indent="-457200">
              <a:buAutoNum type="arabicPeriod"/>
            </a:pPr>
            <a:r>
              <a:rPr lang="en-GB" sz="2000" dirty="0">
                <a:solidFill>
                  <a:srgbClr val="FF0000"/>
                </a:solidFill>
              </a:rPr>
              <a:t>Remove a non-mandatory patient</a:t>
            </a:r>
          </a:p>
          <a:p>
            <a:pPr marL="457200" indent="-457200">
              <a:buAutoNum type="arabicPeriod"/>
            </a:pPr>
            <a:r>
              <a:rPr lang="en-GB" sz="2000" dirty="0">
                <a:solidFill>
                  <a:srgbClr val="FF0000"/>
                </a:solidFill>
              </a:rPr>
              <a:t>Remove any patient</a:t>
            </a:r>
          </a:p>
          <a:p>
            <a:pPr marL="457200" indent="-457200">
              <a:buAutoNum type="arabicPeriod"/>
            </a:pPr>
            <a:r>
              <a:rPr lang="en-GB" sz="2000" dirty="0">
                <a:solidFill>
                  <a:srgbClr val="FF0000"/>
                </a:solidFill>
              </a:rPr>
              <a:t>Remove a nurse from a room</a:t>
            </a:r>
          </a:p>
        </p:txBody>
      </p:sp>
    </p:spTree>
    <p:extLst>
      <p:ext uri="{BB962C8B-B14F-4D97-AF65-F5344CB8AC3E}">
        <p14:creationId xmlns:p14="http://schemas.microsoft.com/office/powerpoint/2010/main" val="885953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F2CCF-AA8C-5D02-5846-239404C93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5AC3A9-10A3-5AC4-697A-6817690D8000}"/>
              </a:ext>
            </a:extLst>
          </p:cNvPr>
          <p:cNvSpPr/>
          <p:nvPr/>
        </p:nvSpPr>
        <p:spPr>
          <a:xfrm>
            <a:off x="0" y="18255"/>
            <a:ext cx="12192000" cy="1325563"/>
          </a:xfrm>
          <a:prstGeom prst="rect">
            <a:avLst/>
          </a:prstGeom>
          <a:solidFill>
            <a:srgbClr val="C0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CB83E2-E4FE-5353-52B7-E694D6072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Sequential changes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15313E-196C-D987-F32E-59DD06FC3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rgbClr val="C00000"/>
                </a:solidFill>
              </a:rPr>
              <a:t>Problem: Removing nurses and patients worsens objective value</a:t>
            </a:r>
          </a:p>
          <a:p>
            <a:pPr marL="0" indent="0">
              <a:buNone/>
            </a:pPr>
            <a:r>
              <a:rPr lang="en-GB" sz="2400" b="1" dirty="0"/>
              <a:t>Solution 1: </a:t>
            </a:r>
            <a:r>
              <a:rPr lang="en-GB" sz="2400" dirty="0"/>
              <a:t>Accept the dip in quality for now as this may help us escape local optima (keep in mind for later…)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Solution 2: </a:t>
            </a:r>
            <a:r>
              <a:rPr lang="en-GB" sz="2400" dirty="0"/>
              <a:t>Perform another operator (or operators) in the same iteration to try and rectify the situation immediately</a:t>
            </a:r>
          </a:p>
          <a:p>
            <a:pPr marL="0" indent="0">
              <a:buNone/>
            </a:pPr>
            <a:endParaRPr lang="en-GB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FF0000"/>
                </a:solidFill>
              </a:rPr>
              <a:t>Remove a non-mandatory patient </a:t>
            </a:r>
            <a:r>
              <a:rPr lang="en-GB" sz="2400" dirty="0">
                <a:solidFill>
                  <a:schemeClr val="accent6">
                    <a:lumMod val="75000"/>
                  </a:schemeClr>
                </a:solidFill>
              </a:rPr>
              <a:t>and try to insert an unscheduled patient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FF0000"/>
                </a:solidFill>
              </a:rPr>
              <a:t>Remove a nurse from a room</a:t>
            </a:r>
            <a:r>
              <a:rPr lang="en-GB" sz="2400" dirty="0">
                <a:solidFill>
                  <a:schemeClr val="accent6">
                    <a:lumMod val="75000"/>
                  </a:schemeClr>
                </a:solidFill>
              </a:rPr>
              <a:t> and place them into a different room</a:t>
            </a:r>
          </a:p>
          <a:p>
            <a:pPr marL="0" indent="0">
              <a:buNone/>
            </a:pPr>
            <a:endParaRPr lang="en-GB" sz="24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sz="2400" b="1" dirty="0"/>
              <a:t>Compounding operators is a way of generating new operators!</a:t>
            </a:r>
          </a:p>
        </p:txBody>
      </p:sp>
    </p:spTree>
    <p:extLst>
      <p:ext uri="{BB962C8B-B14F-4D97-AF65-F5344CB8AC3E}">
        <p14:creationId xmlns:p14="http://schemas.microsoft.com/office/powerpoint/2010/main" val="843984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9A443-691F-BDAF-157A-B35E32C2E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9D2C6FBF-ED4E-323B-283E-7BB612D040C6}"/>
              </a:ext>
            </a:extLst>
          </p:cNvPr>
          <p:cNvCxnSpPr>
            <a:cxnSpLocks/>
            <a:stCxn id="61" idx="0"/>
            <a:endCxn id="78" idx="2"/>
          </p:cNvCxnSpPr>
          <p:nvPr/>
        </p:nvCxnSpPr>
        <p:spPr>
          <a:xfrm flipH="1" flipV="1">
            <a:off x="3594436" y="3236511"/>
            <a:ext cx="769" cy="38497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8D20F71A-5110-D78C-1CB5-FC9F0D878DA5}"/>
              </a:ext>
            </a:extLst>
          </p:cNvPr>
          <p:cNvCxnSpPr>
            <a:cxnSpLocks/>
            <a:endCxn id="80" idx="1"/>
          </p:cNvCxnSpPr>
          <p:nvPr/>
        </p:nvCxnSpPr>
        <p:spPr>
          <a:xfrm>
            <a:off x="4688340" y="3033692"/>
            <a:ext cx="33788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BA2F548-1F18-1DFC-DDB6-779DD6F7F8D5}"/>
              </a:ext>
            </a:extLst>
          </p:cNvPr>
          <p:cNvCxnSpPr>
            <a:cxnSpLocks/>
          </p:cNvCxnSpPr>
          <p:nvPr/>
        </p:nvCxnSpPr>
        <p:spPr>
          <a:xfrm>
            <a:off x="4688339" y="1861771"/>
            <a:ext cx="33788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BC0A9C77-6383-A516-711E-4D0A8EDF8F67}"/>
              </a:ext>
            </a:extLst>
          </p:cNvPr>
          <p:cNvCxnSpPr>
            <a:cxnSpLocks/>
            <a:stCxn id="80" idx="3"/>
            <a:endCxn id="87" idx="1"/>
          </p:cNvCxnSpPr>
          <p:nvPr/>
        </p:nvCxnSpPr>
        <p:spPr>
          <a:xfrm flipV="1">
            <a:off x="7976024" y="3033691"/>
            <a:ext cx="357415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50AC67BD-88F6-D0F9-24E7-8780E81ECEFE}"/>
              </a:ext>
            </a:extLst>
          </p:cNvPr>
          <p:cNvCxnSpPr>
            <a:cxnSpLocks/>
          </p:cNvCxnSpPr>
          <p:nvPr/>
        </p:nvCxnSpPr>
        <p:spPr>
          <a:xfrm flipV="1">
            <a:off x="7976023" y="1847175"/>
            <a:ext cx="357415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1B82ADE1-00D0-87EB-4D92-8ED584E14B20}"/>
              </a:ext>
            </a:extLst>
          </p:cNvPr>
          <p:cNvCxnSpPr>
            <a:cxnSpLocks/>
          </p:cNvCxnSpPr>
          <p:nvPr/>
        </p:nvCxnSpPr>
        <p:spPr>
          <a:xfrm>
            <a:off x="1204354" y="4475142"/>
            <a:ext cx="128083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5ADC0836-3860-F320-D43D-74437A224E47}"/>
              </a:ext>
            </a:extLst>
          </p:cNvPr>
          <p:cNvCxnSpPr>
            <a:cxnSpLocks/>
          </p:cNvCxnSpPr>
          <p:nvPr/>
        </p:nvCxnSpPr>
        <p:spPr>
          <a:xfrm>
            <a:off x="1204354" y="4067494"/>
            <a:ext cx="0" cy="41473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420D1227-8A14-F13C-7CEB-743D0804BE5C}"/>
              </a:ext>
            </a:extLst>
          </p:cNvPr>
          <p:cNvCxnSpPr>
            <a:cxnSpLocks/>
          </p:cNvCxnSpPr>
          <p:nvPr/>
        </p:nvCxnSpPr>
        <p:spPr>
          <a:xfrm flipV="1">
            <a:off x="9384342" y="3024494"/>
            <a:ext cx="357415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5472691E-4153-89AE-04CD-3D3FBEF97550}"/>
              </a:ext>
            </a:extLst>
          </p:cNvPr>
          <p:cNvCxnSpPr>
            <a:cxnSpLocks/>
          </p:cNvCxnSpPr>
          <p:nvPr/>
        </p:nvCxnSpPr>
        <p:spPr>
          <a:xfrm flipV="1">
            <a:off x="9384341" y="1837978"/>
            <a:ext cx="357415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B14C9769-AE7F-F519-7198-FD13CAED1E8F}"/>
              </a:ext>
            </a:extLst>
          </p:cNvPr>
          <p:cNvCxnSpPr>
            <a:cxnSpLocks/>
          </p:cNvCxnSpPr>
          <p:nvPr/>
        </p:nvCxnSpPr>
        <p:spPr>
          <a:xfrm flipH="1">
            <a:off x="10855027" y="3193364"/>
            <a:ext cx="2722" cy="5634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7BE52F3-AC55-0FA7-887F-254EA852E1AC}"/>
              </a:ext>
            </a:extLst>
          </p:cNvPr>
          <p:cNvCxnSpPr>
            <a:cxnSpLocks/>
            <a:stCxn id="93" idx="1"/>
          </p:cNvCxnSpPr>
          <p:nvPr/>
        </p:nvCxnSpPr>
        <p:spPr>
          <a:xfrm flipH="1">
            <a:off x="9394288" y="4218316"/>
            <a:ext cx="34884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3261A47-8C5D-F335-5902-BAC4B639F1F3}"/>
              </a:ext>
            </a:extLst>
          </p:cNvPr>
          <p:cNvCxnSpPr>
            <a:cxnSpLocks/>
          </p:cNvCxnSpPr>
          <p:nvPr/>
        </p:nvCxnSpPr>
        <p:spPr>
          <a:xfrm flipH="1">
            <a:off x="6376233" y="4392290"/>
            <a:ext cx="34884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2CB913AC-EB72-C9DF-CD66-5CBBD5A5A3E8}"/>
              </a:ext>
            </a:extLst>
          </p:cNvPr>
          <p:cNvCxnSpPr>
            <a:cxnSpLocks/>
            <a:endCxn id="61" idx="3"/>
          </p:cNvCxnSpPr>
          <p:nvPr/>
        </p:nvCxnSpPr>
        <p:spPr>
          <a:xfrm flipH="1">
            <a:off x="4707102" y="4414778"/>
            <a:ext cx="62939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8E72C4A7-DD87-4144-F1FE-3143C44E8FD0}"/>
              </a:ext>
            </a:extLst>
          </p:cNvPr>
          <p:cNvCxnSpPr>
            <a:cxnSpLocks/>
            <a:stCxn id="104" idx="1"/>
            <a:endCxn id="55" idx="3"/>
          </p:cNvCxnSpPr>
          <p:nvPr/>
        </p:nvCxnSpPr>
        <p:spPr>
          <a:xfrm flipH="1">
            <a:off x="4567305" y="6032142"/>
            <a:ext cx="252736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0194D36D-79E6-A824-01A7-FE078DF10DEF}"/>
              </a:ext>
            </a:extLst>
          </p:cNvPr>
          <p:cNvCxnSpPr>
            <a:cxnSpLocks/>
          </p:cNvCxnSpPr>
          <p:nvPr/>
        </p:nvCxnSpPr>
        <p:spPr>
          <a:xfrm>
            <a:off x="5755457" y="4827095"/>
            <a:ext cx="0" cy="120504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AEBB460-FACC-E1D4-B63B-E8A4DCA3149C}"/>
              </a:ext>
            </a:extLst>
          </p:cNvPr>
          <p:cNvSpPr/>
          <p:nvPr/>
        </p:nvSpPr>
        <p:spPr>
          <a:xfrm>
            <a:off x="0" y="18255"/>
            <a:ext cx="12192000" cy="1325563"/>
          </a:xfrm>
          <a:prstGeom prst="rect">
            <a:avLst/>
          </a:prstGeom>
          <a:solidFill>
            <a:srgbClr val="C0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C877DF-A561-38EF-9870-36C47089D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Improvement procedure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3792D24-3563-A12C-AE09-828968CDF505}"/>
              </a:ext>
            </a:extLst>
          </p:cNvPr>
          <p:cNvGrpSpPr/>
          <p:nvPr/>
        </p:nvGrpSpPr>
        <p:grpSpPr>
          <a:xfrm>
            <a:off x="92458" y="2788514"/>
            <a:ext cx="2223794" cy="1280971"/>
            <a:chOff x="1000634" y="1815793"/>
            <a:chExt cx="2529863" cy="1280971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8681886-ED93-B40F-D70B-81C88AA20B9D}"/>
                </a:ext>
              </a:extLst>
            </p:cNvPr>
            <p:cNvSpPr/>
            <p:nvPr/>
          </p:nvSpPr>
          <p:spPr>
            <a:xfrm>
              <a:off x="1000634" y="1815793"/>
              <a:ext cx="2216965" cy="92296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8E0F104-3EA7-2B8A-585D-C0F0BAFBA6CA}"/>
                </a:ext>
              </a:extLst>
            </p:cNvPr>
            <p:cNvSpPr/>
            <p:nvPr/>
          </p:nvSpPr>
          <p:spPr>
            <a:xfrm>
              <a:off x="1157083" y="1992269"/>
              <a:ext cx="2216965" cy="92296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3D5843F-1543-FA95-F960-7DA0DDA8B1B7}"/>
                </a:ext>
              </a:extLst>
            </p:cNvPr>
            <p:cNvSpPr/>
            <p:nvPr/>
          </p:nvSpPr>
          <p:spPr>
            <a:xfrm>
              <a:off x="1313532" y="2173796"/>
              <a:ext cx="2216965" cy="92296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Initial solutions</a:t>
              </a: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235F456D-6625-A45C-72E8-3B4D5847B2B1}"/>
              </a:ext>
            </a:extLst>
          </p:cNvPr>
          <p:cNvSpPr/>
          <p:nvPr/>
        </p:nvSpPr>
        <p:spPr>
          <a:xfrm>
            <a:off x="2621564" y="5570658"/>
            <a:ext cx="1945741" cy="92296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Final solution!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6076EDB-EF06-CED5-8E83-F47101C85388}"/>
              </a:ext>
            </a:extLst>
          </p:cNvPr>
          <p:cNvSpPr/>
          <p:nvPr/>
        </p:nvSpPr>
        <p:spPr>
          <a:xfrm>
            <a:off x="2483308" y="3621490"/>
            <a:ext cx="2223794" cy="15865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Generate a pool of solutions using existing solutions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8EE754C-321F-B8AD-218F-6B49DA951871}"/>
              </a:ext>
            </a:extLst>
          </p:cNvPr>
          <p:cNvSpPr/>
          <p:nvPr/>
        </p:nvSpPr>
        <p:spPr>
          <a:xfrm>
            <a:off x="2481769" y="1649936"/>
            <a:ext cx="2225333" cy="15865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Distribute solutions to cores for augmentation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5A955E6-42BC-26BE-FC1C-638789CFF131}"/>
              </a:ext>
            </a:extLst>
          </p:cNvPr>
          <p:cNvSpPr/>
          <p:nvPr/>
        </p:nvSpPr>
        <p:spPr>
          <a:xfrm>
            <a:off x="5026223" y="1656508"/>
            <a:ext cx="2949802" cy="370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Choose operator(s) for Sol 1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BC4384-B571-851E-FF45-F8D5D1E68A4E}"/>
              </a:ext>
            </a:extLst>
          </p:cNvPr>
          <p:cNvSpPr/>
          <p:nvPr/>
        </p:nvSpPr>
        <p:spPr>
          <a:xfrm>
            <a:off x="5026223" y="2848458"/>
            <a:ext cx="2949801" cy="370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Choose operator(s) for Sol n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5718B92-0658-E9DA-0413-D7D3B48C6633}"/>
              </a:ext>
            </a:extLst>
          </p:cNvPr>
          <p:cNvSpPr/>
          <p:nvPr/>
        </p:nvSpPr>
        <p:spPr>
          <a:xfrm>
            <a:off x="6468591" y="2374499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C0C29A15-F934-B245-A102-DB7768964E67}"/>
              </a:ext>
            </a:extLst>
          </p:cNvPr>
          <p:cNvSpPr/>
          <p:nvPr/>
        </p:nvSpPr>
        <p:spPr>
          <a:xfrm>
            <a:off x="6468591" y="259611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7DA5D37E-5659-4469-D9C5-EA3E6E49924A}"/>
              </a:ext>
            </a:extLst>
          </p:cNvPr>
          <p:cNvSpPr/>
          <p:nvPr/>
        </p:nvSpPr>
        <p:spPr>
          <a:xfrm>
            <a:off x="6467486" y="2165762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3B6176F-454A-BBDC-C2C0-849F21A89BAC}"/>
              </a:ext>
            </a:extLst>
          </p:cNvPr>
          <p:cNvSpPr/>
          <p:nvPr/>
        </p:nvSpPr>
        <p:spPr>
          <a:xfrm>
            <a:off x="8333439" y="1656508"/>
            <a:ext cx="1083075" cy="37046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Evaluate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BA120BA-7D80-0681-D6B2-3450C42B0463}"/>
              </a:ext>
            </a:extLst>
          </p:cNvPr>
          <p:cNvSpPr/>
          <p:nvPr/>
        </p:nvSpPr>
        <p:spPr>
          <a:xfrm>
            <a:off x="8333439" y="2848457"/>
            <a:ext cx="1083075" cy="37046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Evaluate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B7CBAB1-2517-BB7C-2AA0-AD171E0A4536}"/>
              </a:ext>
            </a:extLst>
          </p:cNvPr>
          <p:cNvSpPr/>
          <p:nvPr/>
        </p:nvSpPr>
        <p:spPr>
          <a:xfrm>
            <a:off x="8861081" y="2374499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B2328EB-1350-89E9-774B-507E1ADF2222}"/>
              </a:ext>
            </a:extLst>
          </p:cNvPr>
          <p:cNvSpPr/>
          <p:nvPr/>
        </p:nvSpPr>
        <p:spPr>
          <a:xfrm>
            <a:off x="8861081" y="2596110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57BD2935-EA65-55CB-76C6-F51E267E8163}"/>
              </a:ext>
            </a:extLst>
          </p:cNvPr>
          <p:cNvSpPr/>
          <p:nvPr/>
        </p:nvSpPr>
        <p:spPr>
          <a:xfrm>
            <a:off x="8859976" y="2165762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E08613E-6133-C4EB-7CE6-6C7C9686C561}"/>
              </a:ext>
            </a:extLst>
          </p:cNvPr>
          <p:cNvSpPr/>
          <p:nvPr/>
        </p:nvSpPr>
        <p:spPr>
          <a:xfrm>
            <a:off x="9735635" y="1629287"/>
            <a:ext cx="2225333" cy="15858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Choose solutions to keep based on acceptance scheme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A58921D-B935-B265-744A-D81F6544E370}"/>
              </a:ext>
            </a:extLst>
          </p:cNvPr>
          <p:cNvGrpSpPr/>
          <p:nvPr/>
        </p:nvGrpSpPr>
        <p:grpSpPr>
          <a:xfrm>
            <a:off x="9743131" y="3756832"/>
            <a:ext cx="2223794" cy="1280971"/>
            <a:chOff x="1000634" y="1815793"/>
            <a:chExt cx="2529863" cy="1280971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6CCBE6D-0546-7DF5-AF67-B4D1BA1C2A46}"/>
                </a:ext>
              </a:extLst>
            </p:cNvPr>
            <p:cNvSpPr/>
            <p:nvPr/>
          </p:nvSpPr>
          <p:spPr>
            <a:xfrm>
              <a:off x="1000634" y="1815793"/>
              <a:ext cx="2216965" cy="92296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5D87EE15-AB29-A172-D5C6-AF065D320DB2}"/>
                </a:ext>
              </a:extLst>
            </p:cNvPr>
            <p:cNvSpPr/>
            <p:nvPr/>
          </p:nvSpPr>
          <p:spPr>
            <a:xfrm>
              <a:off x="1157083" y="1992269"/>
              <a:ext cx="2216965" cy="92296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C5F988A-135D-3E4E-3209-5C9D5C7CCB4D}"/>
                </a:ext>
              </a:extLst>
            </p:cNvPr>
            <p:cNvSpPr/>
            <p:nvPr/>
          </p:nvSpPr>
          <p:spPr>
            <a:xfrm>
              <a:off x="1313532" y="2173796"/>
              <a:ext cx="2216965" cy="92296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New solutions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0C8B8D6-73C7-213D-E742-9C033FAEF7AD}"/>
              </a:ext>
            </a:extLst>
          </p:cNvPr>
          <p:cNvGrpSpPr/>
          <p:nvPr/>
        </p:nvGrpSpPr>
        <p:grpSpPr>
          <a:xfrm>
            <a:off x="6944777" y="3783890"/>
            <a:ext cx="2223794" cy="1280971"/>
            <a:chOff x="1000634" y="1815793"/>
            <a:chExt cx="2529863" cy="1280971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7FF18CC-7BD8-FD40-1FF5-E00BCD14564A}"/>
                </a:ext>
              </a:extLst>
            </p:cNvPr>
            <p:cNvSpPr/>
            <p:nvPr/>
          </p:nvSpPr>
          <p:spPr>
            <a:xfrm>
              <a:off x="1000634" y="1815793"/>
              <a:ext cx="2216965" cy="92296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C54439B-BADD-F0AA-6E28-13DE26E3B842}"/>
                </a:ext>
              </a:extLst>
            </p:cNvPr>
            <p:cNvSpPr/>
            <p:nvPr/>
          </p:nvSpPr>
          <p:spPr>
            <a:xfrm>
              <a:off x="1157083" y="1992269"/>
              <a:ext cx="2216965" cy="92296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0341EB5C-46ED-46A3-A76A-A0BEBEF1B8F5}"/>
                </a:ext>
              </a:extLst>
            </p:cNvPr>
            <p:cNvSpPr/>
            <p:nvPr/>
          </p:nvSpPr>
          <p:spPr>
            <a:xfrm>
              <a:off x="1313532" y="2173796"/>
              <a:ext cx="2216965" cy="92296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Solutions</a:t>
              </a:r>
            </a:p>
          </p:txBody>
        </p: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9D2E27D7-83AA-585E-0C89-750192C77717}"/>
              </a:ext>
            </a:extLst>
          </p:cNvPr>
          <p:cNvSpPr/>
          <p:nvPr/>
        </p:nvSpPr>
        <p:spPr>
          <a:xfrm>
            <a:off x="6780419" y="3597603"/>
            <a:ext cx="2558527" cy="1599529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5CA3740-94A6-C45F-9297-3079D2AAF626}"/>
              </a:ext>
            </a:extLst>
          </p:cNvPr>
          <p:cNvSpPr/>
          <p:nvPr/>
        </p:nvSpPr>
        <p:spPr>
          <a:xfrm>
            <a:off x="7094674" y="5570658"/>
            <a:ext cx="1948751" cy="92296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Best solution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1A70D544-ECC4-595C-1FE6-7E3CE8642393}"/>
              </a:ext>
            </a:extLst>
          </p:cNvPr>
          <p:cNvCxnSpPr>
            <a:cxnSpLocks/>
            <a:stCxn id="100" idx="2"/>
            <a:endCxn id="104" idx="0"/>
          </p:cNvCxnSpPr>
          <p:nvPr/>
        </p:nvCxnSpPr>
        <p:spPr>
          <a:xfrm>
            <a:off x="8059683" y="5197132"/>
            <a:ext cx="9367" cy="37352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408C78A-CFE3-21B8-1571-D13585243406}"/>
              </a:ext>
            </a:extLst>
          </p:cNvPr>
          <p:cNvSpPr/>
          <p:nvPr/>
        </p:nvSpPr>
        <p:spPr>
          <a:xfrm>
            <a:off x="5140519" y="4040408"/>
            <a:ext cx="1235714" cy="78668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Time limit check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2AAF3446-AEF0-BB38-C7ED-9BF95EDD2EAC}"/>
              </a:ext>
            </a:extLst>
          </p:cNvPr>
          <p:cNvCxnSpPr>
            <a:cxnSpLocks/>
          </p:cNvCxnSpPr>
          <p:nvPr/>
        </p:nvCxnSpPr>
        <p:spPr>
          <a:xfrm flipV="1">
            <a:off x="7919152" y="5197132"/>
            <a:ext cx="275043" cy="10933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5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61" grpId="0" animBg="1"/>
      <p:bldP spid="78" grpId="0" animBg="1"/>
      <p:bldP spid="79" grpId="0" animBg="1"/>
      <p:bldP spid="80" grpId="0" animBg="1"/>
      <p:bldP spid="81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100" grpId="0" animBg="1"/>
      <p:bldP spid="104" grpId="0" animBg="1"/>
      <p:bldP spid="10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55F51-B85A-43D0-610F-C5BBC80EE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5BC711-8876-335F-69F1-68A48AF786AA}"/>
              </a:ext>
            </a:extLst>
          </p:cNvPr>
          <p:cNvSpPr/>
          <p:nvPr/>
        </p:nvSpPr>
        <p:spPr>
          <a:xfrm>
            <a:off x="0" y="18255"/>
            <a:ext cx="12192000" cy="1325563"/>
          </a:xfrm>
          <a:prstGeom prst="rect">
            <a:avLst/>
          </a:prstGeom>
          <a:solidFill>
            <a:srgbClr val="C0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8FF612-FBC2-F3B1-3849-5A0FB983B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Random selection, improving only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03878C55-FEAE-14E6-F0A1-4F9854F73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432560"/>
            <a:ext cx="12192000" cy="542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668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0DA3E-1B70-6468-8424-1AED2C215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85E328-F254-BEF3-C851-D51EDC1E3582}"/>
              </a:ext>
            </a:extLst>
          </p:cNvPr>
          <p:cNvSpPr/>
          <p:nvPr/>
        </p:nvSpPr>
        <p:spPr>
          <a:xfrm>
            <a:off x="0" y="18255"/>
            <a:ext cx="12192000" cy="1325563"/>
          </a:xfrm>
          <a:prstGeom prst="rect">
            <a:avLst/>
          </a:prstGeom>
          <a:solidFill>
            <a:srgbClr val="C0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C81DC1-847E-BE26-E585-8EF0DFF00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Random selection, improving only (i27)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EC69799-F3D3-AE76-A638-764CF0E0B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432560"/>
            <a:ext cx="12192000" cy="542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953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2F3FE-BA6B-2C15-C4BC-E57B283E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ABC129-9545-B10F-4855-1151610B3BF7}"/>
              </a:ext>
            </a:extLst>
          </p:cNvPr>
          <p:cNvSpPr/>
          <p:nvPr/>
        </p:nvSpPr>
        <p:spPr>
          <a:xfrm>
            <a:off x="0" y="18255"/>
            <a:ext cx="12192000" cy="1325563"/>
          </a:xfrm>
          <a:prstGeom prst="rect">
            <a:avLst/>
          </a:prstGeom>
          <a:solidFill>
            <a:srgbClr val="C0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A3C31-683D-DFFE-6942-065AB51C5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Acceptance of changes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6B56601-ED27-86F0-6F40-3833E9362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rgbClr val="C00000"/>
                </a:solidFill>
              </a:rPr>
              <a:t>Problem: Removing nurses and patients worsens objective value</a:t>
            </a:r>
          </a:p>
          <a:p>
            <a:pPr marL="0" indent="0">
              <a:buNone/>
            </a:pPr>
            <a:r>
              <a:rPr lang="en-GB" sz="2400" b="1" dirty="0"/>
              <a:t>Solution 1: </a:t>
            </a:r>
            <a:r>
              <a:rPr lang="en-GB" sz="2400" dirty="0"/>
              <a:t>Accept the dip in quality for now as this may help us escape local optima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b="1" dirty="0">
                <a:solidFill>
                  <a:srgbClr val="C00000"/>
                </a:solidFill>
              </a:rPr>
              <a:t>Problem: When do we decide when to accept worsening solution?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/>
              <a:t>Record-to-record: </a:t>
            </a:r>
            <a:r>
              <a:rPr lang="en-GB" sz="2400" dirty="0"/>
              <a:t>Accept a solution if it falls within a certain threshold of the best solution </a:t>
            </a:r>
            <a:r>
              <a:rPr lang="en-GB" sz="2400" i="1" dirty="0"/>
              <a:t>(deterministic).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/>
              <a:t>Simulated annealing: </a:t>
            </a:r>
            <a:r>
              <a:rPr lang="en-GB" sz="2400" dirty="0"/>
              <a:t>Accept a solution based on a p-value determined by previous penalties and remaining time </a:t>
            </a:r>
            <a:r>
              <a:rPr lang="en-GB" sz="2400" i="1" dirty="0"/>
              <a:t>(stochastic).</a:t>
            </a:r>
          </a:p>
        </p:txBody>
      </p:sp>
    </p:spTree>
    <p:extLst>
      <p:ext uri="{BB962C8B-B14F-4D97-AF65-F5344CB8AC3E}">
        <p14:creationId xmlns:p14="http://schemas.microsoft.com/office/powerpoint/2010/main" val="2049276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7516B-9A53-F68C-8658-638E233A1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B39A64-AD23-6D64-94F6-550E648F0028}"/>
              </a:ext>
            </a:extLst>
          </p:cNvPr>
          <p:cNvSpPr/>
          <p:nvPr/>
        </p:nvSpPr>
        <p:spPr>
          <a:xfrm>
            <a:off x="0" y="18255"/>
            <a:ext cx="12192000" cy="1325563"/>
          </a:xfrm>
          <a:prstGeom prst="rect">
            <a:avLst/>
          </a:prstGeom>
          <a:solidFill>
            <a:srgbClr val="C0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3A8A6-7F3E-DB72-CA97-8E6EBC54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Random selection, comparing acceptance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C4DB44F-B2D5-5B47-2E57-D5F48145D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432560"/>
            <a:ext cx="12192000" cy="542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772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8798C-5C7A-217F-4AC6-3F900DFE9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34CDD0-EC28-7944-AE48-F3195D31D25F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C0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0E0FB-C77A-0200-C6C0-B528F7488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Operator sequence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14F60-6F43-ABCF-3298-4B9224DDB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rgbClr val="C00000"/>
                </a:solidFill>
              </a:rPr>
              <a:t>Problem: Random selection uses only pre-defined operators and may waste time on selecting bad operators</a:t>
            </a:r>
          </a:p>
          <a:p>
            <a:r>
              <a:rPr lang="en-GB" sz="2400" dirty="0"/>
              <a:t>Select sequences of operators to automatically generate new operators</a:t>
            </a:r>
          </a:p>
          <a:p>
            <a:r>
              <a:rPr lang="en-GB" sz="2400" dirty="0"/>
              <a:t>Use the success/failure of operator sequences to influence the choice of operator in future iterations</a:t>
            </a:r>
          </a:p>
          <a:p>
            <a:pPr marL="0" indent="0">
              <a:buNone/>
            </a:pPr>
            <a:endParaRPr lang="en-GB" sz="2400" b="1" dirty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 b="1" dirty="0"/>
              <a:t>Monte-</a:t>
            </a:r>
            <a:r>
              <a:rPr lang="en-GB" sz="2400" b="1" dirty="0" err="1"/>
              <a:t>carlo</a:t>
            </a:r>
            <a:r>
              <a:rPr lang="en-GB" sz="2400" b="1" dirty="0"/>
              <a:t> reinforcement learning (MCRL): </a:t>
            </a:r>
            <a:r>
              <a:rPr lang="en-GB" sz="2400" dirty="0"/>
              <a:t>Chooses a sequence of operators, applies sequence, and evaluates the sequence. Generate future sequences based on policies.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/>
              <a:t>Q-learning: </a:t>
            </a:r>
            <a:r>
              <a:rPr lang="en-GB" sz="2400" dirty="0"/>
              <a:t>Starts a sequence, chooses one operator to add to sequence, evaluates sequence and decides whether to add another. Generates sequences based on recently used operators.</a:t>
            </a:r>
            <a:endParaRPr lang="en-GB" sz="2400" i="1" dirty="0"/>
          </a:p>
          <a:p>
            <a:pPr marL="0" indent="0">
              <a:buNone/>
            </a:pPr>
            <a:endParaRPr lang="en-GB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GB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872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990A4-81E3-0EFA-393B-2BF34043E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A03484-128D-F3F4-1D2A-CBF13444521D}"/>
              </a:ext>
            </a:extLst>
          </p:cNvPr>
          <p:cNvSpPr/>
          <p:nvPr/>
        </p:nvSpPr>
        <p:spPr>
          <a:xfrm>
            <a:off x="0" y="18255"/>
            <a:ext cx="12192000" cy="1325563"/>
          </a:xfrm>
          <a:prstGeom prst="rect">
            <a:avLst/>
          </a:prstGeom>
          <a:solidFill>
            <a:srgbClr val="C0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4DE2E7-78A4-444A-2E52-28BCB7486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Smart selection, simulated annealing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8FC07F2-CEB2-12B8-E04F-0B44C20DE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432560"/>
            <a:ext cx="12192000" cy="542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602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3BE14-7525-0F3C-2C60-881882CBD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D7FD9F-A0C4-9BCA-9A53-10417DB122DE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C0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B3EEEF-E169-5440-5763-62C2508DD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Comparison with best available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E5BBDF6-D99C-3CA9-F3F6-CA0F73931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432560"/>
            <a:ext cx="12192000" cy="542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405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DD96F-67A7-A9EE-1127-649A9CD1E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54BD90-528F-742F-D8EB-EBA2E48D1671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C0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751288-CB90-BDF2-A99C-E72C4467F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Comparison with other teams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412E825-7378-1CA7-F6BF-18CF9D4EA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432560"/>
            <a:ext cx="12192000" cy="542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359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0513D-4651-986D-7181-CB2830CBB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5D52F3-0D32-4BFD-9425-92480CF1CD62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C0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98E0A3-4B74-AAB3-09CF-9CA67F962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Competition 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E4CCC-A996-84CA-6AB0-47978201B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rgbClr val="C00000"/>
                </a:solidFill>
              </a:rPr>
              <a:t>Position in the competition overall</a:t>
            </a:r>
          </a:p>
          <a:p>
            <a:r>
              <a:rPr lang="en-GB" sz="2400" dirty="0"/>
              <a:t>29</a:t>
            </a:r>
            <a:r>
              <a:rPr lang="en-GB" sz="2400" baseline="30000" dirty="0"/>
              <a:t>th</a:t>
            </a:r>
            <a:r>
              <a:rPr lang="en-GB" sz="2400" dirty="0"/>
              <a:t> place out of 32 teams</a:t>
            </a:r>
          </a:p>
          <a:p>
            <a:endParaRPr lang="en-GB" sz="2400" i="1" dirty="0"/>
          </a:p>
          <a:p>
            <a:pPr marL="0" indent="0">
              <a:buNone/>
            </a:pPr>
            <a:r>
              <a:rPr lang="en-GB" sz="2400" b="1" dirty="0">
                <a:solidFill>
                  <a:srgbClr val="C00000"/>
                </a:solidFill>
              </a:rPr>
              <a:t>Feasibility success</a:t>
            </a:r>
          </a:p>
          <a:p>
            <a:r>
              <a:rPr lang="en-GB" sz="2400" dirty="0"/>
              <a:t>1 of 25 teams to submit a set of all feasible solutions</a:t>
            </a:r>
          </a:p>
          <a:p>
            <a:endParaRPr lang="en-GB" sz="2400" dirty="0"/>
          </a:p>
          <a:p>
            <a:pPr marL="0" indent="0">
              <a:buNone/>
            </a:pPr>
            <a:r>
              <a:rPr lang="en-GB" sz="2400" b="1" dirty="0">
                <a:solidFill>
                  <a:srgbClr val="C00000"/>
                </a:solidFill>
              </a:rPr>
              <a:t>Open source and available to use</a:t>
            </a:r>
          </a:p>
          <a:p>
            <a:r>
              <a:rPr lang="en-GB" sz="2400" dirty="0"/>
              <a:t>GitHub link: </a:t>
            </a:r>
            <a:r>
              <a:rPr lang="en-GB" sz="2400" dirty="0">
                <a:solidFill>
                  <a:srgbClr val="0070C0"/>
                </a:solidFill>
              </a:rPr>
              <a:t>github.com/Mattmandav/IHTC2024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GB" sz="2400" i="1" dirty="0"/>
          </a:p>
          <a:p>
            <a:pPr marL="0" indent="0">
              <a:buNone/>
            </a:pPr>
            <a:endParaRPr lang="en-GB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GB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847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84D7D-FF83-C545-D46C-FD2426900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C55F77-5D10-9482-2198-2B44AE61F96C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C0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09B2B7-225A-D043-09E9-63509DACA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On the right track, but the wrong train…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FCDD9BC-95A7-DA76-4AE3-7097A0DC8196}"/>
              </a:ext>
            </a:extLst>
          </p:cNvPr>
          <p:cNvGrpSpPr/>
          <p:nvPr/>
        </p:nvGrpSpPr>
        <p:grpSpPr>
          <a:xfrm>
            <a:off x="649519" y="2146894"/>
            <a:ext cx="10892961" cy="3960000"/>
            <a:chOff x="544879" y="2404069"/>
            <a:chExt cx="10892961" cy="396000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A1489F9-0E3B-71F7-8569-E37352C06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5937" t="23056" r="16541" b="29227"/>
            <a:stretch/>
          </p:blipFill>
          <p:spPr>
            <a:xfrm>
              <a:off x="6267450" y="2404069"/>
              <a:ext cx="5170390" cy="3960000"/>
            </a:xfrm>
            <a:custGeom>
              <a:avLst/>
              <a:gdLst>
                <a:gd name="connsiteX0" fmla="*/ 0 w 5400000"/>
                <a:gd name="connsiteY0" fmla="*/ 0 h 4135857"/>
                <a:gd name="connsiteX1" fmla="*/ 5400000 w 5400000"/>
                <a:gd name="connsiteY1" fmla="*/ 0 h 4135857"/>
                <a:gd name="connsiteX2" fmla="*/ 5400000 w 5400000"/>
                <a:gd name="connsiteY2" fmla="*/ 4135857 h 4135857"/>
                <a:gd name="connsiteX3" fmla="*/ 4628571 w 5400000"/>
                <a:gd name="connsiteY3" fmla="*/ 3713476 h 4135857"/>
                <a:gd name="connsiteX4" fmla="*/ 4454729 w 5400000"/>
                <a:gd name="connsiteY4" fmla="*/ 4095630 h 4135857"/>
                <a:gd name="connsiteX5" fmla="*/ 4237425 w 5400000"/>
                <a:gd name="connsiteY5" fmla="*/ 3844213 h 4135857"/>
                <a:gd name="connsiteX6" fmla="*/ 3498591 w 5400000"/>
                <a:gd name="connsiteY6" fmla="*/ 3974950 h 4135857"/>
                <a:gd name="connsiteX7" fmla="*/ 2792354 w 5400000"/>
                <a:gd name="connsiteY7" fmla="*/ 3814043 h 4135857"/>
                <a:gd name="connsiteX8" fmla="*/ 2183903 w 5400000"/>
                <a:gd name="connsiteY8" fmla="*/ 4065460 h 4135857"/>
                <a:gd name="connsiteX9" fmla="*/ 1553723 w 5400000"/>
                <a:gd name="connsiteY9" fmla="*/ 3783873 h 4135857"/>
                <a:gd name="connsiteX10" fmla="*/ 923541 w 5400000"/>
                <a:gd name="connsiteY10" fmla="*/ 3904553 h 4135857"/>
                <a:gd name="connsiteX11" fmla="*/ 445473 w 5400000"/>
                <a:gd name="connsiteY11" fmla="*/ 3683306 h 4135857"/>
                <a:gd name="connsiteX12" fmla="*/ 0 w 5400000"/>
                <a:gd name="connsiteY12" fmla="*/ 4135857 h 413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00000" h="4135857">
                  <a:moveTo>
                    <a:pt x="0" y="0"/>
                  </a:moveTo>
                  <a:lnTo>
                    <a:pt x="5400000" y="0"/>
                  </a:lnTo>
                  <a:lnTo>
                    <a:pt x="5400000" y="4135857"/>
                  </a:lnTo>
                  <a:lnTo>
                    <a:pt x="4628571" y="3713476"/>
                  </a:lnTo>
                  <a:lnTo>
                    <a:pt x="4454729" y="4095630"/>
                  </a:lnTo>
                  <a:lnTo>
                    <a:pt x="4237425" y="3844213"/>
                  </a:lnTo>
                  <a:lnTo>
                    <a:pt x="3498591" y="3974950"/>
                  </a:lnTo>
                  <a:lnTo>
                    <a:pt x="2792354" y="3814043"/>
                  </a:lnTo>
                  <a:lnTo>
                    <a:pt x="2183903" y="4065460"/>
                  </a:lnTo>
                  <a:lnTo>
                    <a:pt x="1553723" y="3783873"/>
                  </a:lnTo>
                  <a:lnTo>
                    <a:pt x="923541" y="3904553"/>
                  </a:lnTo>
                  <a:lnTo>
                    <a:pt x="445473" y="3683306"/>
                  </a:lnTo>
                  <a:lnTo>
                    <a:pt x="0" y="4135857"/>
                  </a:ln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4F966A9-1906-E132-8907-AC61CF1E4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6136" t="23287" r="16328" b="31299"/>
            <a:stretch/>
          </p:blipFill>
          <p:spPr>
            <a:xfrm>
              <a:off x="544879" y="2404069"/>
              <a:ext cx="5436822" cy="3960000"/>
            </a:xfrm>
            <a:custGeom>
              <a:avLst/>
              <a:gdLst>
                <a:gd name="connsiteX0" fmla="*/ 0 w 5400000"/>
                <a:gd name="connsiteY0" fmla="*/ 0 h 3933180"/>
                <a:gd name="connsiteX1" fmla="*/ 5400000 w 5400000"/>
                <a:gd name="connsiteY1" fmla="*/ 0 h 3933180"/>
                <a:gd name="connsiteX2" fmla="*/ 5400000 w 5400000"/>
                <a:gd name="connsiteY2" fmla="*/ 3933180 h 3933180"/>
                <a:gd name="connsiteX3" fmla="*/ 5193111 w 5400000"/>
                <a:gd name="connsiteY3" fmla="*/ 3933180 h 3933180"/>
                <a:gd name="connsiteX4" fmla="*/ 4954527 w 5400000"/>
                <a:gd name="connsiteY4" fmla="*/ 3690805 h 3933180"/>
                <a:gd name="connsiteX5" fmla="*/ 4476459 w 5400000"/>
                <a:gd name="connsiteY5" fmla="*/ 3912052 h 3933180"/>
                <a:gd name="connsiteX6" fmla="*/ 3846278 w 5400000"/>
                <a:gd name="connsiteY6" fmla="*/ 3791372 h 3933180"/>
                <a:gd name="connsiteX7" fmla="*/ 3528917 w 5400000"/>
                <a:gd name="connsiteY7" fmla="*/ 3933180 h 3933180"/>
                <a:gd name="connsiteX8" fmla="*/ 2877819 w 5400000"/>
                <a:gd name="connsiteY8" fmla="*/ 3933180 h 3933180"/>
                <a:gd name="connsiteX9" fmla="*/ 2607646 w 5400000"/>
                <a:gd name="connsiteY9" fmla="*/ 3821542 h 3933180"/>
                <a:gd name="connsiteX10" fmla="*/ 2117656 w 5400000"/>
                <a:gd name="connsiteY10" fmla="*/ 3933180 h 3933180"/>
                <a:gd name="connsiteX11" fmla="*/ 1622975 w 5400000"/>
                <a:gd name="connsiteY11" fmla="*/ 3933180 h 3933180"/>
                <a:gd name="connsiteX12" fmla="*/ 1162576 w 5400000"/>
                <a:gd name="connsiteY12" fmla="*/ 3851712 h 3933180"/>
                <a:gd name="connsiteX13" fmla="*/ 1092161 w 5400000"/>
                <a:gd name="connsiteY13" fmla="*/ 3933180 h 3933180"/>
                <a:gd name="connsiteX14" fmla="*/ 867961 w 5400000"/>
                <a:gd name="connsiteY14" fmla="*/ 3933180 h 3933180"/>
                <a:gd name="connsiteX15" fmla="*/ 771429 w 5400000"/>
                <a:gd name="connsiteY15" fmla="*/ 3720975 h 3933180"/>
                <a:gd name="connsiteX16" fmla="*/ 383862 w 5400000"/>
                <a:gd name="connsiteY16" fmla="*/ 3933180 h 3933180"/>
                <a:gd name="connsiteX17" fmla="*/ 0 w 5400000"/>
                <a:gd name="connsiteY17" fmla="*/ 3933180 h 393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400000" h="3933180">
                  <a:moveTo>
                    <a:pt x="0" y="0"/>
                  </a:moveTo>
                  <a:lnTo>
                    <a:pt x="5400000" y="0"/>
                  </a:lnTo>
                  <a:lnTo>
                    <a:pt x="5400000" y="3933180"/>
                  </a:lnTo>
                  <a:lnTo>
                    <a:pt x="5193111" y="3933180"/>
                  </a:lnTo>
                  <a:lnTo>
                    <a:pt x="4954527" y="3690805"/>
                  </a:lnTo>
                  <a:lnTo>
                    <a:pt x="4476459" y="3912052"/>
                  </a:lnTo>
                  <a:lnTo>
                    <a:pt x="3846278" y="3791372"/>
                  </a:lnTo>
                  <a:lnTo>
                    <a:pt x="3528917" y="3933180"/>
                  </a:lnTo>
                  <a:lnTo>
                    <a:pt x="2877819" y="3933180"/>
                  </a:lnTo>
                  <a:lnTo>
                    <a:pt x="2607646" y="3821542"/>
                  </a:lnTo>
                  <a:lnTo>
                    <a:pt x="2117656" y="3933180"/>
                  </a:lnTo>
                  <a:lnTo>
                    <a:pt x="1622975" y="3933180"/>
                  </a:lnTo>
                  <a:lnTo>
                    <a:pt x="1162576" y="3851712"/>
                  </a:lnTo>
                  <a:lnTo>
                    <a:pt x="1092161" y="3933180"/>
                  </a:lnTo>
                  <a:lnTo>
                    <a:pt x="867961" y="3933180"/>
                  </a:lnTo>
                  <a:lnTo>
                    <a:pt x="771429" y="3720975"/>
                  </a:lnTo>
                  <a:lnTo>
                    <a:pt x="383862" y="3933180"/>
                  </a:lnTo>
                  <a:lnTo>
                    <a:pt x="0" y="3933180"/>
                  </a:ln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96698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D37B-2400-A5D8-56F8-12AFDC826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6C3777-A234-0F28-7A2D-2717192D305F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C0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B44565-1431-D1C7-CAC1-38C34CF59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Closing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EB529-EF91-3DB7-40E0-24B786441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rgbClr val="C00000"/>
                </a:solidFill>
              </a:rPr>
              <a:t>Fun to participate</a:t>
            </a:r>
          </a:p>
          <a:p>
            <a:r>
              <a:rPr lang="en-GB" sz="2400" dirty="0"/>
              <a:t>Challenging problem</a:t>
            </a:r>
          </a:p>
          <a:p>
            <a:r>
              <a:rPr lang="en-GB" sz="2400" dirty="0"/>
              <a:t>Developed skills</a:t>
            </a:r>
          </a:p>
          <a:p>
            <a:r>
              <a:rPr lang="en-GB" sz="2400" dirty="0"/>
              <a:t>Everyone brought something to table</a:t>
            </a:r>
          </a:p>
          <a:p>
            <a:endParaRPr lang="en-GB" sz="2400" i="1" dirty="0"/>
          </a:p>
          <a:p>
            <a:pPr marL="0" indent="0">
              <a:buNone/>
            </a:pPr>
            <a:r>
              <a:rPr lang="en-GB" sz="2400" b="1" dirty="0">
                <a:solidFill>
                  <a:srgbClr val="C00000"/>
                </a:solidFill>
              </a:rPr>
              <a:t>Lessons learned</a:t>
            </a:r>
          </a:p>
          <a:p>
            <a:r>
              <a:rPr lang="en-GB" sz="2400" dirty="0"/>
              <a:t>Can get good results in a short timespan</a:t>
            </a:r>
          </a:p>
          <a:p>
            <a:r>
              <a:rPr lang="en-GB" sz="2400" dirty="0"/>
              <a:t>Will only get the best results when dedicating more time to project</a:t>
            </a:r>
          </a:p>
          <a:p>
            <a:r>
              <a:rPr lang="en-GB" sz="2400" dirty="0"/>
              <a:t>Teamwork makes the dream work</a:t>
            </a:r>
          </a:p>
          <a:p>
            <a:pPr marL="0" indent="0">
              <a:buNone/>
            </a:pPr>
            <a:endParaRPr lang="en-GB" sz="2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GB" sz="2400" i="1" dirty="0"/>
          </a:p>
          <a:p>
            <a:pPr marL="0" indent="0">
              <a:buNone/>
            </a:pPr>
            <a:endParaRPr lang="en-GB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GB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355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907AB-0A51-D93B-2EBA-632186FE7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5D83D8-E2D0-F216-481E-E91AD2DD7E22}"/>
              </a:ext>
            </a:extLst>
          </p:cNvPr>
          <p:cNvSpPr/>
          <p:nvPr/>
        </p:nvSpPr>
        <p:spPr>
          <a:xfrm>
            <a:off x="0" y="2190749"/>
            <a:ext cx="12192000" cy="2236395"/>
          </a:xfrm>
          <a:prstGeom prst="rect">
            <a:avLst/>
          </a:prstGeom>
          <a:solidFill>
            <a:srgbClr val="C0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1F01B-F8C3-E610-1879-59AC6E4109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800" b="1" i="0" u="none" strike="noStrike" baseline="0" dirty="0">
                <a:solidFill>
                  <a:schemeClr val="bg1"/>
                </a:solidFill>
                <a:latin typeface="SFBX1440"/>
              </a:rPr>
              <a:t>Thank you for listening!</a:t>
            </a:r>
            <a:endParaRPr lang="en-GB" sz="179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5DA95E-0B19-48F6-6CF1-D8C8A53402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000" b="1" i="1" dirty="0">
                <a:solidFill>
                  <a:schemeClr val="bg1"/>
                </a:solidFill>
              </a:rPr>
              <a:t>I will now take any questions</a:t>
            </a:r>
            <a:endParaRPr lang="en-GB" sz="2000" dirty="0">
              <a:solidFill>
                <a:schemeClr val="bg1"/>
              </a:solidFill>
            </a:endParaRPr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D5F56B0D-7434-5DD2-01F9-E2C73A302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3" y="5866409"/>
            <a:ext cx="2942665" cy="947425"/>
          </a:xfrm>
          <a:prstGeom prst="rect">
            <a:avLst/>
          </a:prstGeom>
        </p:spPr>
      </p:pic>
      <p:pic>
        <p:nvPicPr>
          <p:cNvPr id="6" name="Picture 5" descr="A close-up of a logo&#10;&#10;Description automatically generated">
            <a:extLst>
              <a:ext uri="{FF2B5EF4-FFF2-40B4-BE49-F238E27FC236}">
                <a16:creationId xmlns:a16="http://schemas.microsoft.com/office/drawing/2014/main" id="{73F35FF8-292A-6700-0BB7-AD5F8F9AA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3980" y="5866408"/>
            <a:ext cx="3321750" cy="830802"/>
          </a:xfrm>
          <a:prstGeom prst="rect">
            <a:avLst/>
          </a:prstGeom>
        </p:spPr>
      </p:pic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EB839804-EEEA-D0AD-C9D4-A5B40F1536A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14" b="28728"/>
          <a:stretch/>
        </p:blipFill>
        <p:spPr>
          <a:xfrm>
            <a:off x="5005961" y="5866408"/>
            <a:ext cx="2180077" cy="94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506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851</Words>
  <Application>Microsoft Office PowerPoint</Application>
  <PresentationFormat>Widescreen</PresentationFormat>
  <Paragraphs>150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SFBX1440</vt:lpstr>
      <vt:lpstr>Office Theme</vt:lpstr>
      <vt:lpstr>Operation STOR-i Time(tabling) Our entry to IHTC-2024</vt:lpstr>
      <vt:lpstr>The team!</vt:lpstr>
      <vt:lpstr>The IHTC-2024 elements</vt:lpstr>
      <vt:lpstr>The IHTC-2024 constraints</vt:lpstr>
      <vt:lpstr>Initial feasible solution generation</vt:lpstr>
      <vt:lpstr>Average penalties of initial solutions</vt:lpstr>
      <vt:lpstr>What base changes can we make?</vt:lpstr>
      <vt:lpstr>Sequential changes</vt:lpstr>
      <vt:lpstr>Improvement procedure</vt:lpstr>
      <vt:lpstr>Random selection, improving only</vt:lpstr>
      <vt:lpstr>Random selection, improving only (i27)</vt:lpstr>
      <vt:lpstr>Acceptance of changes</vt:lpstr>
      <vt:lpstr>Random selection, comparing acceptance</vt:lpstr>
      <vt:lpstr>Operator sequence selection</vt:lpstr>
      <vt:lpstr>Smart selection, simulated annealing</vt:lpstr>
      <vt:lpstr>Comparison with best available</vt:lpstr>
      <vt:lpstr>Comparison with other teams</vt:lpstr>
      <vt:lpstr>Competition standing</vt:lpstr>
      <vt:lpstr>On the right track, but the wrong train…</vt:lpstr>
      <vt:lpstr>Closing thoughts</vt:lpstr>
      <vt:lpstr>Thank you for listening!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Davison</dc:creator>
  <cp:lastModifiedBy>Davison, Matthew (Postgraduate Researcher)</cp:lastModifiedBy>
  <cp:revision>2</cp:revision>
  <dcterms:created xsi:type="dcterms:W3CDTF">2024-08-21T13:43:38Z</dcterms:created>
  <dcterms:modified xsi:type="dcterms:W3CDTF">2025-05-09T09:50:56Z</dcterms:modified>
</cp:coreProperties>
</file>